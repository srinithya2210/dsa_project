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ppt/revisionInfo.xml" ContentType="application/vnd.ms-powerpoint.revision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660" r:id="rId2"/>
  </p:sldMasterIdLst>
  <p:notesMasterIdLst>
    <p:notesMasterId r:id="rId23"/>
  </p:notesMasterIdLst>
  <p:handoutMasterIdLst>
    <p:handoutMasterId r:id="rId24"/>
  </p:handoutMasterIdLst>
  <p:sldIdLst>
    <p:sldId id="314" r:id="rId3"/>
    <p:sldId id="322" r:id="rId4"/>
    <p:sldId id="323" r:id="rId5"/>
    <p:sldId id="266" r:id="rId6"/>
    <p:sldId id="341" r:id="rId7"/>
    <p:sldId id="342" r:id="rId8"/>
    <p:sldId id="343" r:id="rId9"/>
    <p:sldId id="349" r:id="rId10"/>
    <p:sldId id="344" r:id="rId11"/>
    <p:sldId id="345" r:id="rId12"/>
    <p:sldId id="350" r:id="rId13"/>
    <p:sldId id="351" r:id="rId14"/>
    <p:sldId id="352" r:id="rId15"/>
    <p:sldId id="353" r:id="rId16"/>
    <p:sldId id="346" r:id="rId17"/>
    <p:sldId id="340" r:id="rId18"/>
    <p:sldId id="354" r:id="rId19"/>
    <p:sldId id="347" r:id="rId20"/>
    <p:sldId id="348" r:id="rId21"/>
    <p:sldId id="332"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 xmlns:p15="http://schemas.microsoft.com/office/powerpoint/2012/main"/>
    </p:ext>
    <p:ext uri="{2D200454-40CA-4A62-9FC3-DE9A4176ACB9}">
      <p15:notesGuideLst xmlns=""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1189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3BCDB23-F71F-45AC-95C4-53EA35851854}" v="25" dt="2026-03-04T03:42:43.08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584" autoAdjust="0"/>
    <p:restoredTop sz="95833"/>
  </p:normalViewPr>
  <p:slideViewPr>
    <p:cSldViewPr snapToGrid="0" snapToObjects="1">
      <p:cViewPr varScale="1">
        <p:scale>
          <a:sx n="87" d="100"/>
          <a:sy n="87" d="100"/>
        </p:scale>
        <p:origin x="-595" y="-86"/>
      </p:cViewPr>
      <p:guideLst>
        <p:guide orient="horz" pos="2160"/>
        <p:guide pos="3840"/>
      </p:guideLst>
    </p:cSldViewPr>
  </p:slideViewPr>
  <p:notesTextViewPr>
    <p:cViewPr>
      <p:scale>
        <a:sx n="1" d="1"/>
        <a:sy n="1" d="1"/>
      </p:scale>
      <p:origin x="0" y="0"/>
    </p:cViewPr>
  </p:notesTextViewPr>
  <p:notesViewPr>
    <p:cSldViewPr snapToGrid="0" snapToObjects="1">
      <p:cViewPr varScale="1">
        <p:scale>
          <a:sx n="51" d="100"/>
          <a:sy n="51" d="100"/>
        </p:scale>
        <p:origin x="3208" y="20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viewProps" Target="viewProps.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handoutMaster" Target="handoutMasters/handoutMaster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notesMaster" Target="notesMasters/notesMaster1.xml"/><Relationship Id="rId28" Type="http://schemas.openxmlformats.org/officeDocument/2006/relationships/tableStyles" Target="tableStyles.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theme" Target="theme/theme1.xml"/><Relationship Id="rId30" Type="http://schemas.microsoft.com/office/2015/10/relationships/revisionInfo" Target="revisionInfo.xml"/></Relationships>
</file>

<file path=ppt/handoutMasters/_rels/handoutMaster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 xmlns:a16="http://schemas.microsoft.com/office/drawing/2014/main" id="{8EFD0E32-84B7-61F7-BC6E-7F3D3E58F422}"/>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 xmlns:a16="http://schemas.microsoft.com/office/drawing/2014/main" id="{F28D96D9-5F98-A44D-2018-D6A2A308A4FF}"/>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69F6064-4237-BA4C-A655-B64A9E0DF723}" type="datetimeFigureOut">
              <a:rPr lang="en-US" smtClean="0"/>
              <a:t>3/10/2026</a:t>
            </a:fld>
            <a:endParaRPr lang="en-US"/>
          </a:p>
        </p:txBody>
      </p:sp>
      <p:sp>
        <p:nvSpPr>
          <p:cNvPr id="4" name="Footer Placeholder 3">
            <a:extLst>
              <a:ext uri="{FF2B5EF4-FFF2-40B4-BE49-F238E27FC236}">
                <a16:creationId xmlns="" xmlns:a16="http://schemas.microsoft.com/office/drawing/2014/main" id="{DA93AFF6-B32C-BF80-479E-15EDD755C5E9}"/>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 xmlns:a16="http://schemas.microsoft.com/office/drawing/2014/main" id="{911E1A79-2016-95C1-5829-B295A2C98574}"/>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EFBAABA-A336-9B4F-BB34-8D7F4005576F}" type="slidenum">
              <a:rPr lang="en-US" smtClean="0"/>
              <a:t>‹#›</a:t>
            </a:fld>
            <a:endParaRPr lang="en-US"/>
          </a:p>
        </p:txBody>
      </p:sp>
      <p:pic>
        <p:nvPicPr>
          <p:cNvPr id="7" name="Picture 6">
            <a:extLst>
              <a:ext uri="{FF2B5EF4-FFF2-40B4-BE49-F238E27FC236}">
                <a16:creationId xmlns="" xmlns:a16="http://schemas.microsoft.com/office/drawing/2014/main" id="{3E12229D-753E-D112-EA38-F8EB6301E656}"/>
              </a:ext>
            </a:extLst>
          </p:cNvPr>
          <p:cNvPicPr>
            <a:picLocks noChangeAspect="1"/>
          </p:cNvPicPr>
          <p:nvPr/>
        </p:nvPicPr>
        <p:blipFill>
          <a:blip r:embed="rId2"/>
          <a:stretch>
            <a:fillRect/>
          </a:stretch>
        </p:blipFill>
        <p:spPr>
          <a:xfrm>
            <a:off x="0" y="0"/>
            <a:ext cx="1116374" cy="458788"/>
          </a:xfrm>
          <a:prstGeom prst="rect">
            <a:avLst/>
          </a:prstGeom>
        </p:spPr>
      </p:pic>
    </p:spTree>
    <p:extLst>
      <p:ext uri="{BB962C8B-B14F-4D97-AF65-F5344CB8AC3E}">
        <p14:creationId xmlns:p14="http://schemas.microsoft.com/office/powerpoint/2010/main" val="259058581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5A854B6-73EE-3647-B9F0-9FDDAF047BDA}" type="datetimeFigureOut">
              <a:rPr lang="en-US" smtClean="0"/>
              <a:t>3/10/2026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8329816-4D5E-3B44-810B-F5C416F14AE8}" type="slidenum">
              <a:rPr lang="en-US" smtClean="0"/>
              <a:t>‹#›</a:t>
            </a:fld>
            <a:endParaRPr lang="en-US"/>
          </a:p>
        </p:txBody>
      </p:sp>
    </p:spTree>
    <p:extLst>
      <p:ext uri="{BB962C8B-B14F-4D97-AF65-F5344CB8AC3E}">
        <p14:creationId xmlns:p14="http://schemas.microsoft.com/office/powerpoint/2010/main" val="41871552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B2227E06-5BF0-54B9-FB5D-CFB52D43BFEF}"/>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 xmlns:a16="http://schemas.microsoft.com/office/drawing/2014/main" id="{226EA4E6-D507-DC8D-31AA-A4CB32D7CEC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 xmlns:a16="http://schemas.microsoft.com/office/drawing/2014/main" id="{62C99788-2E86-FADA-072C-884B0261564B}"/>
              </a:ext>
            </a:extLst>
          </p:cNvPr>
          <p:cNvSpPr>
            <a:spLocks noGrp="1"/>
          </p:cNvSpPr>
          <p:nvPr>
            <p:ph type="dt" sz="half" idx="10"/>
          </p:nvPr>
        </p:nvSpPr>
        <p:spPr/>
        <p:txBody>
          <a:bodyPr/>
          <a:lstStyle/>
          <a:p>
            <a:fld id="{3BF734CB-DFAB-944A-8037-9643745D8F20}" type="datetime1">
              <a:rPr lang="en-IN" smtClean="0"/>
              <a:t>10-03-2026</a:t>
            </a:fld>
            <a:endParaRPr lang="en-US"/>
          </a:p>
        </p:txBody>
      </p:sp>
      <p:sp>
        <p:nvSpPr>
          <p:cNvPr id="5" name="Footer Placeholder 4">
            <a:extLst>
              <a:ext uri="{FF2B5EF4-FFF2-40B4-BE49-F238E27FC236}">
                <a16:creationId xmlns="" xmlns:a16="http://schemas.microsoft.com/office/drawing/2014/main" id="{A54D1ADA-8991-D408-DA0A-FE3B043FE895}"/>
              </a:ext>
            </a:extLst>
          </p:cNvPr>
          <p:cNvSpPr>
            <a:spLocks noGrp="1"/>
          </p:cNvSpPr>
          <p:nvPr>
            <p:ph type="ftr" sz="quarter" idx="11"/>
          </p:nvPr>
        </p:nvSpPr>
        <p:spPr/>
        <p:txBody>
          <a:bodyPr/>
          <a:lstStyle/>
          <a:p>
            <a:r>
              <a:rPr lang="en-US"/>
              <a:t>0th REVIEW         173030211           Department of CSE</a:t>
            </a:r>
          </a:p>
        </p:txBody>
      </p:sp>
      <p:sp>
        <p:nvSpPr>
          <p:cNvPr id="6" name="Slide Number Placeholder 5">
            <a:extLst>
              <a:ext uri="{FF2B5EF4-FFF2-40B4-BE49-F238E27FC236}">
                <a16:creationId xmlns="" xmlns:a16="http://schemas.microsoft.com/office/drawing/2014/main" id="{037DF78D-056F-7C9E-8F10-682094624882}"/>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12232911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C14DA370-C77E-4354-33A4-1D2D9DDD6F4B}"/>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 xmlns:a16="http://schemas.microsoft.com/office/drawing/2014/main" id="{A43FE7F8-1A57-17F5-243A-454005CCDF16}"/>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 xmlns:a16="http://schemas.microsoft.com/office/drawing/2014/main" id="{49EAE72D-6D76-FAB8-D597-99BF2087AA5B}"/>
              </a:ext>
            </a:extLst>
          </p:cNvPr>
          <p:cNvSpPr>
            <a:spLocks noGrp="1"/>
          </p:cNvSpPr>
          <p:nvPr>
            <p:ph type="dt" sz="half" idx="10"/>
          </p:nvPr>
        </p:nvSpPr>
        <p:spPr/>
        <p:txBody>
          <a:bodyPr/>
          <a:lstStyle/>
          <a:p>
            <a:fld id="{9C5272DB-0103-AF4C-A22D-07421EC406AD}" type="datetime1">
              <a:rPr lang="en-IN" smtClean="0"/>
              <a:t>10-03-2026</a:t>
            </a:fld>
            <a:endParaRPr lang="en-US"/>
          </a:p>
        </p:txBody>
      </p:sp>
      <p:sp>
        <p:nvSpPr>
          <p:cNvPr id="5" name="Footer Placeholder 4">
            <a:extLst>
              <a:ext uri="{FF2B5EF4-FFF2-40B4-BE49-F238E27FC236}">
                <a16:creationId xmlns="" xmlns:a16="http://schemas.microsoft.com/office/drawing/2014/main" id="{91860C41-C703-1443-60E7-2BEF34D36208}"/>
              </a:ext>
            </a:extLst>
          </p:cNvPr>
          <p:cNvSpPr>
            <a:spLocks noGrp="1"/>
          </p:cNvSpPr>
          <p:nvPr>
            <p:ph type="ftr" sz="quarter" idx="11"/>
          </p:nvPr>
        </p:nvSpPr>
        <p:spPr/>
        <p:txBody>
          <a:bodyPr/>
          <a:lstStyle/>
          <a:p>
            <a:r>
              <a:rPr lang="en-US"/>
              <a:t>0th REVIEW         173030211           Department of CSE</a:t>
            </a:r>
          </a:p>
        </p:txBody>
      </p:sp>
      <p:sp>
        <p:nvSpPr>
          <p:cNvPr id="6" name="Slide Number Placeholder 5">
            <a:extLst>
              <a:ext uri="{FF2B5EF4-FFF2-40B4-BE49-F238E27FC236}">
                <a16:creationId xmlns="" xmlns:a16="http://schemas.microsoft.com/office/drawing/2014/main" id="{B3BB3600-770E-6D67-2A66-D2FECF5D3BC6}"/>
              </a:ext>
            </a:extLst>
          </p:cNvPr>
          <p:cNvSpPr>
            <a:spLocks noGrp="1"/>
          </p:cNvSpPr>
          <p:nvPr>
            <p:ph type="sldNum" sz="quarter" idx="12"/>
          </p:nvPr>
        </p:nvSpPr>
        <p:spPr/>
        <p:txBody>
          <a:bodyPr/>
          <a:lstStyle/>
          <a:p>
            <a:fld id="{B961B71F-4B40-8942-BB88-E0F5C0B46E10}" type="slidenum">
              <a:rPr lang="en-US" smtClean="0"/>
              <a:t>‹#›</a:t>
            </a:fld>
            <a:endParaRPr lang="en-US"/>
          </a:p>
        </p:txBody>
      </p:sp>
      <p:sp>
        <p:nvSpPr>
          <p:cNvPr id="8" name="Rectangle 7">
            <a:extLst>
              <a:ext uri="{FF2B5EF4-FFF2-40B4-BE49-F238E27FC236}">
                <a16:creationId xmlns="" xmlns:a16="http://schemas.microsoft.com/office/drawing/2014/main" id="{8E776DCD-546C-A1AC-C961-3F3EEC504416}"/>
              </a:ext>
            </a:extLst>
          </p:cNvPr>
          <p:cNvSpPr/>
          <p:nvPr userDrawn="1"/>
        </p:nvSpPr>
        <p:spPr>
          <a:xfrm>
            <a:off x="87228" y="60325"/>
            <a:ext cx="1532022" cy="620712"/>
          </a:xfrm>
          <a:prstGeom prst="rect">
            <a:avLst/>
          </a:prstGeom>
          <a:blipFill dpi="0" rotWithShape="1">
            <a:blip r:embed="rId2">
              <a:alphaModFix amt="78101"/>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2106417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394A5DA9-698C-D133-BCF7-93A02E210C28}"/>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 xmlns:a16="http://schemas.microsoft.com/office/drawing/2014/main" id="{3FA85215-9C62-1486-DEC7-AF8E59725B1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 xmlns:a16="http://schemas.microsoft.com/office/drawing/2014/main" id="{0AD292FD-C465-3FCB-1CEB-331C31A973F6}"/>
              </a:ext>
            </a:extLst>
          </p:cNvPr>
          <p:cNvSpPr>
            <a:spLocks noGrp="1"/>
          </p:cNvSpPr>
          <p:nvPr>
            <p:ph type="dt" sz="half" idx="10"/>
          </p:nvPr>
        </p:nvSpPr>
        <p:spPr/>
        <p:txBody>
          <a:bodyPr/>
          <a:lstStyle/>
          <a:p>
            <a:fld id="{6918335F-2E5B-B14E-9706-E237C81E4155}" type="datetime1">
              <a:rPr lang="en-IN" smtClean="0"/>
              <a:t>10-03-2026</a:t>
            </a:fld>
            <a:endParaRPr lang="en-US"/>
          </a:p>
        </p:txBody>
      </p:sp>
      <p:sp>
        <p:nvSpPr>
          <p:cNvPr id="5" name="Footer Placeholder 4">
            <a:extLst>
              <a:ext uri="{FF2B5EF4-FFF2-40B4-BE49-F238E27FC236}">
                <a16:creationId xmlns="" xmlns:a16="http://schemas.microsoft.com/office/drawing/2014/main" id="{03196C18-4538-A1F2-0B35-7684E5B30A32}"/>
              </a:ext>
            </a:extLst>
          </p:cNvPr>
          <p:cNvSpPr>
            <a:spLocks noGrp="1"/>
          </p:cNvSpPr>
          <p:nvPr>
            <p:ph type="ftr" sz="quarter" idx="11"/>
          </p:nvPr>
        </p:nvSpPr>
        <p:spPr/>
        <p:txBody>
          <a:bodyPr/>
          <a:lstStyle/>
          <a:p>
            <a:r>
              <a:rPr lang="en-US"/>
              <a:t>0th REVIEW         173030211           Department of CSE</a:t>
            </a:r>
          </a:p>
        </p:txBody>
      </p:sp>
      <p:sp>
        <p:nvSpPr>
          <p:cNvPr id="6" name="Slide Number Placeholder 5">
            <a:extLst>
              <a:ext uri="{FF2B5EF4-FFF2-40B4-BE49-F238E27FC236}">
                <a16:creationId xmlns="" xmlns:a16="http://schemas.microsoft.com/office/drawing/2014/main" id="{8F05BEFA-16A3-B084-9011-B7E85C9C926E}"/>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224437039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B5E3A91F-6631-AA20-E58B-064235B6DD1C}"/>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 xmlns:a16="http://schemas.microsoft.com/office/drawing/2014/main" id="{B40029CD-C8C6-CEFE-D059-40BEA299756E}"/>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 xmlns:a16="http://schemas.microsoft.com/office/drawing/2014/main" id="{B175D9AB-9E5E-59E2-9DA3-6C54D45EAC41}"/>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 xmlns:a16="http://schemas.microsoft.com/office/drawing/2014/main" id="{2A3C372B-55E2-4467-1C5C-88EAE728396A}"/>
              </a:ext>
            </a:extLst>
          </p:cNvPr>
          <p:cNvSpPr>
            <a:spLocks noGrp="1"/>
          </p:cNvSpPr>
          <p:nvPr>
            <p:ph type="dt" sz="half" idx="10"/>
          </p:nvPr>
        </p:nvSpPr>
        <p:spPr/>
        <p:txBody>
          <a:bodyPr/>
          <a:lstStyle/>
          <a:p>
            <a:fld id="{15BD6649-7156-A341-B9F2-F045B7551E13}" type="datetime1">
              <a:rPr lang="en-IN" smtClean="0"/>
              <a:t>10-03-2026</a:t>
            </a:fld>
            <a:endParaRPr lang="en-US"/>
          </a:p>
        </p:txBody>
      </p:sp>
      <p:sp>
        <p:nvSpPr>
          <p:cNvPr id="6" name="Footer Placeholder 5">
            <a:extLst>
              <a:ext uri="{FF2B5EF4-FFF2-40B4-BE49-F238E27FC236}">
                <a16:creationId xmlns="" xmlns:a16="http://schemas.microsoft.com/office/drawing/2014/main" id="{CC0897BD-CB93-AC5A-9B15-FD7F4D952953}"/>
              </a:ext>
            </a:extLst>
          </p:cNvPr>
          <p:cNvSpPr>
            <a:spLocks noGrp="1"/>
          </p:cNvSpPr>
          <p:nvPr>
            <p:ph type="ftr" sz="quarter" idx="11"/>
          </p:nvPr>
        </p:nvSpPr>
        <p:spPr/>
        <p:txBody>
          <a:bodyPr/>
          <a:lstStyle/>
          <a:p>
            <a:r>
              <a:rPr lang="en-US"/>
              <a:t>0th REVIEW         173030211           Department of CSE</a:t>
            </a:r>
          </a:p>
        </p:txBody>
      </p:sp>
      <p:sp>
        <p:nvSpPr>
          <p:cNvPr id="7" name="Slide Number Placeholder 6">
            <a:extLst>
              <a:ext uri="{FF2B5EF4-FFF2-40B4-BE49-F238E27FC236}">
                <a16:creationId xmlns="" xmlns:a16="http://schemas.microsoft.com/office/drawing/2014/main" id="{8D5540F5-8BB9-4C4C-626E-5D45C97E3728}"/>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13082530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1CD68A3B-B4EE-2816-3ADC-1938541424A2}"/>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 xmlns:a16="http://schemas.microsoft.com/office/drawing/2014/main" id="{261AF86E-35F8-453B-F58E-48D8C4903AE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 xmlns:a16="http://schemas.microsoft.com/office/drawing/2014/main" id="{D63D8923-FBC0-8866-8350-696FB3D22BF6}"/>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 xmlns:a16="http://schemas.microsoft.com/office/drawing/2014/main" id="{E6545281-3CB5-361A-7D56-C6E37E290D3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 xmlns:a16="http://schemas.microsoft.com/office/drawing/2014/main" id="{F9F62343-9DB8-07DC-AD19-22AE6A7E5D6D}"/>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 xmlns:a16="http://schemas.microsoft.com/office/drawing/2014/main" id="{3FEB0191-CD7B-6170-8655-A3CD1009BEA8}"/>
              </a:ext>
            </a:extLst>
          </p:cNvPr>
          <p:cNvSpPr>
            <a:spLocks noGrp="1"/>
          </p:cNvSpPr>
          <p:nvPr>
            <p:ph type="dt" sz="half" idx="10"/>
          </p:nvPr>
        </p:nvSpPr>
        <p:spPr/>
        <p:txBody>
          <a:bodyPr/>
          <a:lstStyle/>
          <a:p>
            <a:fld id="{C9977CD1-E97C-BA41-8E49-9F39B98FFBE8}" type="datetime1">
              <a:rPr lang="en-IN" smtClean="0"/>
              <a:t>10-03-2026</a:t>
            </a:fld>
            <a:endParaRPr lang="en-US"/>
          </a:p>
        </p:txBody>
      </p:sp>
      <p:sp>
        <p:nvSpPr>
          <p:cNvPr id="8" name="Footer Placeholder 7">
            <a:extLst>
              <a:ext uri="{FF2B5EF4-FFF2-40B4-BE49-F238E27FC236}">
                <a16:creationId xmlns="" xmlns:a16="http://schemas.microsoft.com/office/drawing/2014/main" id="{CD680C4C-B6E8-81B1-E2F5-D6264E3F6A44}"/>
              </a:ext>
            </a:extLst>
          </p:cNvPr>
          <p:cNvSpPr>
            <a:spLocks noGrp="1"/>
          </p:cNvSpPr>
          <p:nvPr>
            <p:ph type="ftr" sz="quarter" idx="11"/>
          </p:nvPr>
        </p:nvSpPr>
        <p:spPr/>
        <p:txBody>
          <a:bodyPr/>
          <a:lstStyle/>
          <a:p>
            <a:r>
              <a:rPr lang="en-US"/>
              <a:t>0th REVIEW         173030211           Department of CSE</a:t>
            </a:r>
          </a:p>
        </p:txBody>
      </p:sp>
      <p:sp>
        <p:nvSpPr>
          <p:cNvPr id="9" name="Slide Number Placeholder 8">
            <a:extLst>
              <a:ext uri="{FF2B5EF4-FFF2-40B4-BE49-F238E27FC236}">
                <a16:creationId xmlns="" xmlns:a16="http://schemas.microsoft.com/office/drawing/2014/main" id="{10C8B11F-5860-03B4-E71F-3467444F9A21}"/>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28280055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C4D7A6C5-1A49-C01E-B839-45967150D976}"/>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 xmlns:a16="http://schemas.microsoft.com/office/drawing/2014/main" id="{06C47471-9D6F-27AE-9B05-71D6BF96E327}"/>
              </a:ext>
            </a:extLst>
          </p:cNvPr>
          <p:cNvSpPr>
            <a:spLocks noGrp="1"/>
          </p:cNvSpPr>
          <p:nvPr>
            <p:ph type="dt" sz="half" idx="10"/>
          </p:nvPr>
        </p:nvSpPr>
        <p:spPr/>
        <p:txBody>
          <a:bodyPr/>
          <a:lstStyle/>
          <a:p>
            <a:fld id="{F3DDBCA1-9406-7A44-8A76-1046B4040777}" type="datetime1">
              <a:rPr lang="en-IN" smtClean="0"/>
              <a:t>10-03-2026</a:t>
            </a:fld>
            <a:endParaRPr lang="en-US"/>
          </a:p>
        </p:txBody>
      </p:sp>
      <p:sp>
        <p:nvSpPr>
          <p:cNvPr id="4" name="Footer Placeholder 3">
            <a:extLst>
              <a:ext uri="{FF2B5EF4-FFF2-40B4-BE49-F238E27FC236}">
                <a16:creationId xmlns="" xmlns:a16="http://schemas.microsoft.com/office/drawing/2014/main" id="{775AFD67-19CE-C1CD-207C-EF612C5A6F54}"/>
              </a:ext>
            </a:extLst>
          </p:cNvPr>
          <p:cNvSpPr>
            <a:spLocks noGrp="1"/>
          </p:cNvSpPr>
          <p:nvPr>
            <p:ph type="ftr" sz="quarter" idx="11"/>
          </p:nvPr>
        </p:nvSpPr>
        <p:spPr/>
        <p:txBody>
          <a:bodyPr/>
          <a:lstStyle/>
          <a:p>
            <a:r>
              <a:rPr lang="en-US"/>
              <a:t>0th REVIEW         173030211           Department of CSE</a:t>
            </a:r>
          </a:p>
        </p:txBody>
      </p:sp>
      <p:sp>
        <p:nvSpPr>
          <p:cNvPr id="5" name="Slide Number Placeholder 4">
            <a:extLst>
              <a:ext uri="{FF2B5EF4-FFF2-40B4-BE49-F238E27FC236}">
                <a16:creationId xmlns="" xmlns:a16="http://schemas.microsoft.com/office/drawing/2014/main" id="{C80D7506-CEE9-31E5-7D10-A0BD1B2B03AF}"/>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22358805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 xmlns:a16="http://schemas.microsoft.com/office/drawing/2014/main" id="{A12BBBBF-B095-FC7E-61BE-572DFB7B12F6}"/>
              </a:ext>
            </a:extLst>
          </p:cNvPr>
          <p:cNvSpPr>
            <a:spLocks noGrp="1"/>
          </p:cNvSpPr>
          <p:nvPr>
            <p:ph type="dt" sz="half" idx="10"/>
          </p:nvPr>
        </p:nvSpPr>
        <p:spPr/>
        <p:txBody>
          <a:bodyPr/>
          <a:lstStyle/>
          <a:p>
            <a:fld id="{C7FB085D-B69B-9C45-93A5-77F47F2F6792}" type="datetime1">
              <a:rPr lang="en-IN" smtClean="0"/>
              <a:t>10-03-2026</a:t>
            </a:fld>
            <a:endParaRPr lang="en-US"/>
          </a:p>
        </p:txBody>
      </p:sp>
      <p:sp>
        <p:nvSpPr>
          <p:cNvPr id="3" name="Footer Placeholder 2">
            <a:extLst>
              <a:ext uri="{FF2B5EF4-FFF2-40B4-BE49-F238E27FC236}">
                <a16:creationId xmlns="" xmlns:a16="http://schemas.microsoft.com/office/drawing/2014/main" id="{247555D4-8ECB-AFFE-0E72-A206E4098EE1}"/>
              </a:ext>
            </a:extLst>
          </p:cNvPr>
          <p:cNvSpPr>
            <a:spLocks noGrp="1"/>
          </p:cNvSpPr>
          <p:nvPr>
            <p:ph type="ftr" sz="quarter" idx="11"/>
          </p:nvPr>
        </p:nvSpPr>
        <p:spPr/>
        <p:txBody>
          <a:bodyPr/>
          <a:lstStyle/>
          <a:p>
            <a:r>
              <a:rPr lang="en-US"/>
              <a:t>0th REVIEW         173030211           Department of CSE</a:t>
            </a:r>
          </a:p>
        </p:txBody>
      </p:sp>
      <p:sp>
        <p:nvSpPr>
          <p:cNvPr id="4" name="Slide Number Placeholder 3">
            <a:extLst>
              <a:ext uri="{FF2B5EF4-FFF2-40B4-BE49-F238E27FC236}">
                <a16:creationId xmlns="" xmlns:a16="http://schemas.microsoft.com/office/drawing/2014/main" id="{B2E9EB7F-0F36-6AF2-5A6E-D350360EFF58}"/>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154397545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2CAF3453-54A8-457E-0F66-9BE958D9157D}"/>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 xmlns:a16="http://schemas.microsoft.com/office/drawing/2014/main" id="{80CE50AE-B8BE-E1FF-F3BA-8093082215D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 xmlns:a16="http://schemas.microsoft.com/office/drawing/2014/main" id="{D1DA6038-C8B1-F7F2-5CA8-15CFE38CBD3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 xmlns:a16="http://schemas.microsoft.com/office/drawing/2014/main" id="{85097CAE-AF61-8AFD-5350-97D8044E1275}"/>
              </a:ext>
            </a:extLst>
          </p:cNvPr>
          <p:cNvSpPr>
            <a:spLocks noGrp="1"/>
          </p:cNvSpPr>
          <p:nvPr>
            <p:ph type="dt" sz="half" idx="10"/>
          </p:nvPr>
        </p:nvSpPr>
        <p:spPr/>
        <p:txBody>
          <a:bodyPr/>
          <a:lstStyle/>
          <a:p>
            <a:fld id="{C61B69B7-E8EF-6346-9390-671C5B22ACF3}" type="datetime1">
              <a:rPr lang="en-IN" smtClean="0"/>
              <a:t>10-03-2026</a:t>
            </a:fld>
            <a:endParaRPr lang="en-US"/>
          </a:p>
        </p:txBody>
      </p:sp>
      <p:sp>
        <p:nvSpPr>
          <p:cNvPr id="6" name="Footer Placeholder 5">
            <a:extLst>
              <a:ext uri="{FF2B5EF4-FFF2-40B4-BE49-F238E27FC236}">
                <a16:creationId xmlns="" xmlns:a16="http://schemas.microsoft.com/office/drawing/2014/main" id="{9A9E989E-AF43-DFDB-D9DD-E85DED3C09B0}"/>
              </a:ext>
            </a:extLst>
          </p:cNvPr>
          <p:cNvSpPr>
            <a:spLocks noGrp="1"/>
          </p:cNvSpPr>
          <p:nvPr>
            <p:ph type="ftr" sz="quarter" idx="11"/>
          </p:nvPr>
        </p:nvSpPr>
        <p:spPr/>
        <p:txBody>
          <a:bodyPr/>
          <a:lstStyle/>
          <a:p>
            <a:r>
              <a:rPr lang="en-US"/>
              <a:t>0th REVIEW         173030211           Department of CSE</a:t>
            </a:r>
          </a:p>
        </p:txBody>
      </p:sp>
      <p:sp>
        <p:nvSpPr>
          <p:cNvPr id="7" name="Slide Number Placeholder 6">
            <a:extLst>
              <a:ext uri="{FF2B5EF4-FFF2-40B4-BE49-F238E27FC236}">
                <a16:creationId xmlns="" xmlns:a16="http://schemas.microsoft.com/office/drawing/2014/main" id="{60FBCAA9-93EB-8A4D-BB9C-2479D593509A}"/>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16904234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23BCE57A-1FB8-E230-296B-702500A0D499}"/>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 xmlns:a16="http://schemas.microsoft.com/office/drawing/2014/main" id="{3C470CF4-1245-8E91-196B-2297C07C97E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 xmlns:a16="http://schemas.microsoft.com/office/drawing/2014/main" id="{FFC54EA7-CAD7-C04A-6487-F7D1660330A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 xmlns:a16="http://schemas.microsoft.com/office/drawing/2014/main" id="{F3F31731-B315-1CCB-7EEF-B7C7EC9254AA}"/>
              </a:ext>
            </a:extLst>
          </p:cNvPr>
          <p:cNvSpPr>
            <a:spLocks noGrp="1"/>
          </p:cNvSpPr>
          <p:nvPr>
            <p:ph type="dt" sz="half" idx="10"/>
          </p:nvPr>
        </p:nvSpPr>
        <p:spPr/>
        <p:txBody>
          <a:bodyPr/>
          <a:lstStyle/>
          <a:p>
            <a:fld id="{B920709D-BF3C-5743-B60D-B01C16014A7B}" type="datetime1">
              <a:rPr lang="en-IN" smtClean="0"/>
              <a:t>10-03-2026</a:t>
            </a:fld>
            <a:endParaRPr lang="en-US"/>
          </a:p>
        </p:txBody>
      </p:sp>
      <p:sp>
        <p:nvSpPr>
          <p:cNvPr id="6" name="Footer Placeholder 5">
            <a:extLst>
              <a:ext uri="{FF2B5EF4-FFF2-40B4-BE49-F238E27FC236}">
                <a16:creationId xmlns="" xmlns:a16="http://schemas.microsoft.com/office/drawing/2014/main" id="{C34DE31E-F8C7-4C00-C40D-FE2821B70626}"/>
              </a:ext>
            </a:extLst>
          </p:cNvPr>
          <p:cNvSpPr>
            <a:spLocks noGrp="1"/>
          </p:cNvSpPr>
          <p:nvPr>
            <p:ph type="ftr" sz="quarter" idx="11"/>
          </p:nvPr>
        </p:nvSpPr>
        <p:spPr/>
        <p:txBody>
          <a:bodyPr/>
          <a:lstStyle/>
          <a:p>
            <a:r>
              <a:rPr lang="en-US"/>
              <a:t>0th REVIEW         173030211           Department of CSE</a:t>
            </a:r>
          </a:p>
        </p:txBody>
      </p:sp>
      <p:sp>
        <p:nvSpPr>
          <p:cNvPr id="7" name="Slide Number Placeholder 6">
            <a:extLst>
              <a:ext uri="{FF2B5EF4-FFF2-40B4-BE49-F238E27FC236}">
                <a16:creationId xmlns="" xmlns:a16="http://schemas.microsoft.com/office/drawing/2014/main" id="{3D7C9369-3918-E39E-9B60-A57179D0499E}"/>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330046320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50A9F7F1-0136-E40C-5B0F-C1D42F6EFBBE}"/>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 xmlns:a16="http://schemas.microsoft.com/office/drawing/2014/main" id="{AA08B89F-EA4C-AA4F-0EB2-C715E5B0D675}"/>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 xmlns:a16="http://schemas.microsoft.com/office/drawing/2014/main" id="{8CC2AEC3-3D5C-B4D8-ADAC-C6249EB46A19}"/>
              </a:ext>
            </a:extLst>
          </p:cNvPr>
          <p:cNvSpPr>
            <a:spLocks noGrp="1"/>
          </p:cNvSpPr>
          <p:nvPr>
            <p:ph type="dt" sz="half" idx="10"/>
          </p:nvPr>
        </p:nvSpPr>
        <p:spPr/>
        <p:txBody>
          <a:bodyPr/>
          <a:lstStyle/>
          <a:p>
            <a:fld id="{B04444B0-6575-954F-AAA2-CB0D0417F745}" type="datetime1">
              <a:rPr lang="en-IN" smtClean="0"/>
              <a:t>10-03-2026</a:t>
            </a:fld>
            <a:endParaRPr lang="en-US"/>
          </a:p>
        </p:txBody>
      </p:sp>
      <p:sp>
        <p:nvSpPr>
          <p:cNvPr id="5" name="Footer Placeholder 4">
            <a:extLst>
              <a:ext uri="{FF2B5EF4-FFF2-40B4-BE49-F238E27FC236}">
                <a16:creationId xmlns="" xmlns:a16="http://schemas.microsoft.com/office/drawing/2014/main" id="{8B19FED2-229B-3728-C7BA-7E8D51577AE3}"/>
              </a:ext>
            </a:extLst>
          </p:cNvPr>
          <p:cNvSpPr>
            <a:spLocks noGrp="1"/>
          </p:cNvSpPr>
          <p:nvPr>
            <p:ph type="ftr" sz="quarter" idx="11"/>
          </p:nvPr>
        </p:nvSpPr>
        <p:spPr/>
        <p:txBody>
          <a:bodyPr/>
          <a:lstStyle/>
          <a:p>
            <a:r>
              <a:rPr lang="en-US"/>
              <a:t>0th REVIEW         173030211           Department of CSE</a:t>
            </a:r>
          </a:p>
        </p:txBody>
      </p:sp>
      <p:sp>
        <p:nvSpPr>
          <p:cNvPr id="6" name="Slide Number Placeholder 5">
            <a:extLst>
              <a:ext uri="{FF2B5EF4-FFF2-40B4-BE49-F238E27FC236}">
                <a16:creationId xmlns="" xmlns:a16="http://schemas.microsoft.com/office/drawing/2014/main" id="{9D8B8F22-95FA-4A5E-31CC-C3851B52EF73}"/>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28426131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 xmlns:a16="http://schemas.microsoft.com/office/drawing/2014/main" id="{AC6F1B25-2FA5-C4F6-09E8-D6F7A8DF83DC}"/>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 xmlns:a16="http://schemas.microsoft.com/office/drawing/2014/main" id="{F61113B0-02D5-BBE3-31A5-47396162981A}"/>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 xmlns:a16="http://schemas.microsoft.com/office/drawing/2014/main" id="{6B9CAE10-6B7D-C48F-F3FF-419AD4413A07}"/>
              </a:ext>
            </a:extLst>
          </p:cNvPr>
          <p:cNvSpPr>
            <a:spLocks noGrp="1"/>
          </p:cNvSpPr>
          <p:nvPr>
            <p:ph type="dt" sz="half" idx="10"/>
          </p:nvPr>
        </p:nvSpPr>
        <p:spPr/>
        <p:txBody>
          <a:bodyPr/>
          <a:lstStyle/>
          <a:p>
            <a:fld id="{6DE7A436-9AA5-6C4B-AFF1-C34F60A9AB89}" type="datetime1">
              <a:rPr lang="en-IN" smtClean="0"/>
              <a:t>10-03-2026</a:t>
            </a:fld>
            <a:endParaRPr lang="en-US"/>
          </a:p>
        </p:txBody>
      </p:sp>
      <p:sp>
        <p:nvSpPr>
          <p:cNvPr id="5" name="Footer Placeholder 4">
            <a:extLst>
              <a:ext uri="{FF2B5EF4-FFF2-40B4-BE49-F238E27FC236}">
                <a16:creationId xmlns="" xmlns:a16="http://schemas.microsoft.com/office/drawing/2014/main" id="{2652D582-0634-2511-6F7E-7229EC0722E5}"/>
              </a:ext>
            </a:extLst>
          </p:cNvPr>
          <p:cNvSpPr>
            <a:spLocks noGrp="1"/>
          </p:cNvSpPr>
          <p:nvPr>
            <p:ph type="ftr" sz="quarter" idx="11"/>
          </p:nvPr>
        </p:nvSpPr>
        <p:spPr/>
        <p:txBody>
          <a:bodyPr/>
          <a:lstStyle/>
          <a:p>
            <a:r>
              <a:rPr lang="en-US"/>
              <a:t>0th REVIEW         173030211           Department of CSE</a:t>
            </a:r>
          </a:p>
        </p:txBody>
      </p:sp>
      <p:sp>
        <p:nvSpPr>
          <p:cNvPr id="6" name="Slide Number Placeholder 5">
            <a:extLst>
              <a:ext uri="{FF2B5EF4-FFF2-40B4-BE49-F238E27FC236}">
                <a16:creationId xmlns="" xmlns:a16="http://schemas.microsoft.com/office/drawing/2014/main" id="{CEBAE7E1-0525-6C8B-2077-B55EFBEA69D4}"/>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156625074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D2F2A4A3-2E21-E418-73DE-E22247EE4174}"/>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 xmlns:a16="http://schemas.microsoft.com/office/drawing/2014/main" id="{93C87DE1-CAF2-229C-5776-9562B79560F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 xmlns:a16="http://schemas.microsoft.com/office/drawing/2014/main" id="{00154DD8-14C4-ACB8-D444-27F005A4C5CB}"/>
              </a:ext>
            </a:extLst>
          </p:cNvPr>
          <p:cNvSpPr>
            <a:spLocks noGrp="1"/>
          </p:cNvSpPr>
          <p:nvPr>
            <p:ph type="dt" sz="half" idx="10"/>
          </p:nvPr>
        </p:nvSpPr>
        <p:spPr/>
        <p:txBody>
          <a:bodyPr/>
          <a:lstStyle/>
          <a:p>
            <a:fld id="{6BF141C7-EF5A-1D4A-89F0-79C7DE818D53}" type="datetime1">
              <a:rPr lang="en-IN" smtClean="0"/>
              <a:t>10-03-2026</a:t>
            </a:fld>
            <a:endParaRPr lang="en-US"/>
          </a:p>
        </p:txBody>
      </p:sp>
      <p:sp>
        <p:nvSpPr>
          <p:cNvPr id="5" name="Footer Placeholder 4">
            <a:extLst>
              <a:ext uri="{FF2B5EF4-FFF2-40B4-BE49-F238E27FC236}">
                <a16:creationId xmlns="" xmlns:a16="http://schemas.microsoft.com/office/drawing/2014/main" id="{886BF891-4BCD-EC21-1259-8661D36C8A57}"/>
              </a:ext>
            </a:extLst>
          </p:cNvPr>
          <p:cNvSpPr>
            <a:spLocks noGrp="1"/>
          </p:cNvSpPr>
          <p:nvPr>
            <p:ph type="ftr" sz="quarter" idx="11"/>
          </p:nvPr>
        </p:nvSpPr>
        <p:spPr/>
        <p:txBody>
          <a:bodyPr/>
          <a:lstStyle/>
          <a:p>
            <a:r>
              <a:rPr lang="en-US"/>
              <a:t>0th REVIEW         173030211           Department of CSE</a:t>
            </a:r>
          </a:p>
        </p:txBody>
      </p:sp>
      <p:sp>
        <p:nvSpPr>
          <p:cNvPr id="6" name="Slide Number Placeholder 5">
            <a:extLst>
              <a:ext uri="{FF2B5EF4-FFF2-40B4-BE49-F238E27FC236}">
                <a16:creationId xmlns="" xmlns:a16="http://schemas.microsoft.com/office/drawing/2014/main" id="{A93951AF-D1A2-07A4-0B2A-7E9D6B416DE0}"/>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121685244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188CBFB9-B574-3DEB-F162-FE89B3802B30}"/>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 xmlns:a16="http://schemas.microsoft.com/office/drawing/2014/main" id="{8094B0E9-24AC-9760-0CBD-E5D0888E3FAA}"/>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 xmlns:a16="http://schemas.microsoft.com/office/drawing/2014/main" id="{95C41205-CA2E-9649-1960-8F17E0E6D292}"/>
              </a:ext>
            </a:extLst>
          </p:cNvPr>
          <p:cNvSpPr>
            <a:spLocks noGrp="1"/>
          </p:cNvSpPr>
          <p:nvPr>
            <p:ph type="dt" sz="half" idx="10"/>
          </p:nvPr>
        </p:nvSpPr>
        <p:spPr/>
        <p:txBody>
          <a:bodyPr/>
          <a:lstStyle/>
          <a:p>
            <a:fld id="{8C868A0C-C998-984C-ABE3-A33473D7CABD}" type="datetime1">
              <a:rPr lang="en-IN" smtClean="0"/>
              <a:t>10-03-2026</a:t>
            </a:fld>
            <a:endParaRPr lang="en-US"/>
          </a:p>
        </p:txBody>
      </p:sp>
      <p:sp>
        <p:nvSpPr>
          <p:cNvPr id="5" name="Footer Placeholder 4">
            <a:extLst>
              <a:ext uri="{FF2B5EF4-FFF2-40B4-BE49-F238E27FC236}">
                <a16:creationId xmlns="" xmlns:a16="http://schemas.microsoft.com/office/drawing/2014/main" id="{BC702BAD-D0DE-F254-BBD1-2AFE276BD322}"/>
              </a:ext>
            </a:extLst>
          </p:cNvPr>
          <p:cNvSpPr>
            <a:spLocks noGrp="1"/>
          </p:cNvSpPr>
          <p:nvPr>
            <p:ph type="ftr" sz="quarter" idx="11"/>
          </p:nvPr>
        </p:nvSpPr>
        <p:spPr/>
        <p:txBody>
          <a:bodyPr/>
          <a:lstStyle/>
          <a:p>
            <a:r>
              <a:rPr lang="en-US"/>
              <a:t>0th REVIEW         173030211           Department of CSE</a:t>
            </a:r>
          </a:p>
        </p:txBody>
      </p:sp>
      <p:sp>
        <p:nvSpPr>
          <p:cNvPr id="6" name="Slide Number Placeholder 5">
            <a:extLst>
              <a:ext uri="{FF2B5EF4-FFF2-40B4-BE49-F238E27FC236}">
                <a16:creationId xmlns="" xmlns:a16="http://schemas.microsoft.com/office/drawing/2014/main" id="{C7787769-B833-24E6-E30B-DCE74558AC9F}"/>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229719273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2ED24CF5-AE66-5FEF-8EEC-A630C8B2901A}"/>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 xmlns:a16="http://schemas.microsoft.com/office/drawing/2014/main" id="{10528CE2-68D8-267B-C297-6117F0736AB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 xmlns:a16="http://schemas.microsoft.com/office/drawing/2014/main" id="{7525FFB0-0F78-AEB8-5AFB-EC779B961448}"/>
              </a:ext>
            </a:extLst>
          </p:cNvPr>
          <p:cNvSpPr>
            <a:spLocks noGrp="1"/>
          </p:cNvSpPr>
          <p:nvPr>
            <p:ph type="dt" sz="half" idx="10"/>
          </p:nvPr>
        </p:nvSpPr>
        <p:spPr/>
        <p:txBody>
          <a:bodyPr/>
          <a:lstStyle/>
          <a:p>
            <a:fld id="{BDD2EF84-6667-8447-AC88-082F9D71D82C}" type="datetime1">
              <a:rPr lang="en-IN" smtClean="0"/>
              <a:t>10-03-2026</a:t>
            </a:fld>
            <a:endParaRPr lang="en-US"/>
          </a:p>
        </p:txBody>
      </p:sp>
      <p:sp>
        <p:nvSpPr>
          <p:cNvPr id="5" name="Footer Placeholder 4">
            <a:extLst>
              <a:ext uri="{FF2B5EF4-FFF2-40B4-BE49-F238E27FC236}">
                <a16:creationId xmlns="" xmlns:a16="http://schemas.microsoft.com/office/drawing/2014/main" id="{A4F3BE8E-E2EB-A8B6-21DD-9AB839A58AC4}"/>
              </a:ext>
            </a:extLst>
          </p:cNvPr>
          <p:cNvSpPr>
            <a:spLocks noGrp="1"/>
          </p:cNvSpPr>
          <p:nvPr>
            <p:ph type="ftr" sz="quarter" idx="11"/>
          </p:nvPr>
        </p:nvSpPr>
        <p:spPr/>
        <p:txBody>
          <a:bodyPr/>
          <a:lstStyle/>
          <a:p>
            <a:r>
              <a:rPr lang="en-US"/>
              <a:t>0th REVIEW         173030211           Department of CSE</a:t>
            </a:r>
          </a:p>
        </p:txBody>
      </p:sp>
      <p:sp>
        <p:nvSpPr>
          <p:cNvPr id="6" name="Slide Number Placeholder 5">
            <a:extLst>
              <a:ext uri="{FF2B5EF4-FFF2-40B4-BE49-F238E27FC236}">
                <a16:creationId xmlns="" xmlns:a16="http://schemas.microsoft.com/office/drawing/2014/main" id="{714BE51E-49C9-6B3A-1C46-49212B576123}"/>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404083761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1753AF32-49A3-7BB1-C7E7-6C5D90D17A8C}"/>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 xmlns:a16="http://schemas.microsoft.com/office/drawing/2014/main" id="{A9C51BE1-060E-F420-83BA-C8AE9151CFB7}"/>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 xmlns:a16="http://schemas.microsoft.com/office/drawing/2014/main" id="{3B5265B4-44BE-C9BD-56AD-24359969A5F6}"/>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 xmlns:a16="http://schemas.microsoft.com/office/drawing/2014/main" id="{76262ECC-3BDB-BEA4-4B7F-1545B0DC3A73}"/>
              </a:ext>
            </a:extLst>
          </p:cNvPr>
          <p:cNvSpPr>
            <a:spLocks noGrp="1"/>
          </p:cNvSpPr>
          <p:nvPr>
            <p:ph type="dt" sz="half" idx="10"/>
          </p:nvPr>
        </p:nvSpPr>
        <p:spPr/>
        <p:txBody>
          <a:bodyPr/>
          <a:lstStyle/>
          <a:p>
            <a:fld id="{61563FD6-5C64-304A-9680-469E8D83D1BF}" type="datetime1">
              <a:rPr lang="en-IN" smtClean="0"/>
              <a:t>10-03-2026</a:t>
            </a:fld>
            <a:endParaRPr lang="en-US"/>
          </a:p>
        </p:txBody>
      </p:sp>
      <p:sp>
        <p:nvSpPr>
          <p:cNvPr id="6" name="Footer Placeholder 5">
            <a:extLst>
              <a:ext uri="{FF2B5EF4-FFF2-40B4-BE49-F238E27FC236}">
                <a16:creationId xmlns="" xmlns:a16="http://schemas.microsoft.com/office/drawing/2014/main" id="{CD899311-B569-3D99-B257-5CEB03A68767}"/>
              </a:ext>
            </a:extLst>
          </p:cNvPr>
          <p:cNvSpPr>
            <a:spLocks noGrp="1"/>
          </p:cNvSpPr>
          <p:nvPr>
            <p:ph type="ftr" sz="quarter" idx="11"/>
          </p:nvPr>
        </p:nvSpPr>
        <p:spPr/>
        <p:txBody>
          <a:bodyPr/>
          <a:lstStyle/>
          <a:p>
            <a:r>
              <a:rPr lang="en-US"/>
              <a:t>0th REVIEW         173030211           Department of CSE</a:t>
            </a:r>
          </a:p>
        </p:txBody>
      </p:sp>
      <p:sp>
        <p:nvSpPr>
          <p:cNvPr id="7" name="Slide Number Placeholder 6">
            <a:extLst>
              <a:ext uri="{FF2B5EF4-FFF2-40B4-BE49-F238E27FC236}">
                <a16:creationId xmlns="" xmlns:a16="http://schemas.microsoft.com/office/drawing/2014/main" id="{2AE828AD-34AD-9A23-4FFC-4C32387C94EB}"/>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110146613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DDE56895-A3B7-F0FB-3CBE-59E564F229E8}"/>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 xmlns:a16="http://schemas.microsoft.com/office/drawing/2014/main" id="{B129C285-ECC0-3375-66EF-B240D726BE8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 xmlns:a16="http://schemas.microsoft.com/office/drawing/2014/main" id="{12DB153A-9265-EAEC-A55D-2519057330C6}"/>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 xmlns:a16="http://schemas.microsoft.com/office/drawing/2014/main" id="{D4E62BD6-069B-567C-13A2-AD51A312FB5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 xmlns:a16="http://schemas.microsoft.com/office/drawing/2014/main" id="{660CFDC1-AF24-C301-0A26-DA099D8FF3D8}"/>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 xmlns:a16="http://schemas.microsoft.com/office/drawing/2014/main" id="{A22CB484-D858-5027-D2CF-125E103D2F43}"/>
              </a:ext>
            </a:extLst>
          </p:cNvPr>
          <p:cNvSpPr>
            <a:spLocks noGrp="1"/>
          </p:cNvSpPr>
          <p:nvPr>
            <p:ph type="dt" sz="half" idx="10"/>
          </p:nvPr>
        </p:nvSpPr>
        <p:spPr/>
        <p:txBody>
          <a:bodyPr/>
          <a:lstStyle/>
          <a:p>
            <a:fld id="{D93985EC-8C41-0649-B43C-28421C497AA5}" type="datetime1">
              <a:rPr lang="en-IN" smtClean="0"/>
              <a:t>10-03-2026</a:t>
            </a:fld>
            <a:endParaRPr lang="en-US"/>
          </a:p>
        </p:txBody>
      </p:sp>
      <p:sp>
        <p:nvSpPr>
          <p:cNvPr id="8" name="Footer Placeholder 7">
            <a:extLst>
              <a:ext uri="{FF2B5EF4-FFF2-40B4-BE49-F238E27FC236}">
                <a16:creationId xmlns="" xmlns:a16="http://schemas.microsoft.com/office/drawing/2014/main" id="{68CD1DFD-AA21-1102-AD58-F0AB4361723D}"/>
              </a:ext>
            </a:extLst>
          </p:cNvPr>
          <p:cNvSpPr>
            <a:spLocks noGrp="1"/>
          </p:cNvSpPr>
          <p:nvPr>
            <p:ph type="ftr" sz="quarter" idx="11"/>
          </p:nvPr>
        </p:nvSpPr>
        <p:spPr/>
        <p:txBody>
          <a:bodyPr/>
          <a:lstStyle/>
          <a:p>
            <a:r>
              <a:rPr lang="en-US"/>
              <a:t>0th REVIEW         173030211           Department of CSE</a:t>
            </a:r>
          </a:p>
        </p:txBody>
      </p:sp>
      <p:sp>
        <p:nvSpPr>
          <p:cNvPr id="9" name="Slide Number Placeholder 8">
            <a:extLst>
              <a:ext uri="{FF2B5EF4-FFF2-40B4-BE49-F238E27FC236}">
                <a16:creationId xmlns="" xmlns:a16="http://schemas.microsoft.com/office/drawing/2014/main" id="{6058466D-C960-00E9-B91E-E20525158DCC}"/>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4951666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theme" Target="../theme/theme2.xml"/><Relationship Id="rId5" Type="http://schemas.openxmlformats.org/officeDocument/2006/relationships/slideLayout" Target="../slideLayouts/slideLayout16.xml"/><Relationship Id="rId4" Type="http://schemas.openxmlformats.org/officeDocument/2006/relationships/slideLayout" Target="../slideLayouts/slideLayout1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 xmlns:a16="http://schemas.microsoft.com/office/drawing/2014/main" id="{1C5EEF4A-08C3-1725-4505-63B90332E45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 xmlns:a16="http://schemas.microsoft.com/office/drawing/2014/main" id="{590D38A5-B84E-8DCB-3CEA-900D45C8584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 xmlns:a16="http://schemas.microsoft.com/office/drawing/2014/main" id="{A16F078D-01B0-9071-5546-6BFF4A071C6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885D85A-3465-384D-962A-D11BB8B39525}" type="datetime1">
              <a:rPr lang="en-IN" smtClean="0"/>
              <a:t>10-03-2026</a:t>
            </a:fld>
            <a:endParaRPr lang="en-US"/>
          </a:p>
        </p:txBody>
      </p:sp>
      <p:sp>
        <p:nvSpPr>
          <p:cNvPr id="5" name="Footer Placeholder 4">
            <a:extLst>
              <a:ext uri="{FF2B5EF4-FFF2-40B4-BE49-F238E27FC236}">
                <a16:creationId xmlns="" xmlns:a16="http://schemas.microsoft.com/office/drawing/2014/main" id="{3E063510-A0D8-83AF-2345-E0A8B79D5D6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0th REVIEW         173030211           Department of CSE</a:t>
            </a:r>
          </a:p>
        </p:txBody>
      </p:sp>
      <p:sp>
        <p:nvSpPr>
          <p:cNvPr id="6" name="Slide Number Placeholder 5">
            <a:extLst>
              <a:ext uri="{FF2B5EF4-FFF2-40B4-BE49-F238E27FC236}">
                <a16:creationId xmlns="" xmlns:a16="http://schemas.microsoft.com/office/drawing/2014/main" id="{73B51A12-6174-66E3-0415-DA607E50CD4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961B71F-4B40-8942-BB88-E0F5C0B46E10}" type="slidenum">
              <a:rPr lang="en-US" smtClean="0"/>
              <a:t>‹#›</a:t>
            </a:fld>
            <a:endParaRPr lang="en-US"/>
          </a:p>
        </p:txBody>
      </p:sp>
    </p:spTree>
    <p:extLst>
      <p:ext uri="{BB962C8B-B14F-4D97-AF65-F5344CB8AC3E}">
        <p14:creationId xmlns:p14="http://schemas.microsoft.com/office/powerpoint/2010/main" val="248082782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 xmlns:a16="http://schemas.microsoft.com/office/drawing/2014/main" id="{F8B26EC2-0EF8-2F89-DF64-2685FD6393C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 xmlns:a16="http://schemas.microsoft.com/office/drawing/2014/main" id="{B1E29FC3-B99D-0056-3798-159705D1134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 xmlns:a16="http://schemas.microsoft.com/office/drawing/2014/main" id="{5A79F1E1-99D3-E959-A91B-BD6DF2599B4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9F4C6E9-161C-B44B-AD70-8813DADCDED1}" type="datetime1">
              <a:rPr lang="en-IN" smtClean="0"/>
              <a:t>10-03-2026</a:t>
            </a:fld>
            <a:endParaRPr lang="en-US"/>
          </a:p>
        </p:txBody>
      </p:sp>
      <p:sp>
        <p:nvSpPr>
          <p:cNvPr id="5" name="Footer Placeholder 4">
            <a:extLst>
              <a:ext uri="{FF2B5EF4-FFF2-40B4-BE49-F238E27FC236}">
                <a16:creationId xmlns="" xmlns:a16="http://schemas.microsoft.com/office/drawing/2014/main" id="{44EC7260-A9B7-9847-6D81-8C797C4D5AA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0th REVIEW         173030211           Department of CSE</a:t>
            </a:r>
          </a:p>
        </p:txBody>
      </p:sp>
      <p:sp>
        <p:nvSpPr>
          <p:cNvPr id="6" name="Slide Number Placeholder 5">
            <a:extLst>
              <a:ext uri="{FF2B5EF4-FFF2-40B4-BE49-F238E27FC236}">
                <a16:creationId xmlns="" xmlns:a16="http://schemas.microsoft.com/office/drawing/2014/main" id="{AD527894-99B0-6303-77B2-C1C210EE22F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6396F81-1074-6B40-A92F-A06CCD3B4178}" type="slidenum">
              <a:rPr lang="en-US" smtClean="0"/>
              <a:t>‹#›</a:t>
            </a:fld>
            <a:endParaRPr lang="en-US"/>
          </a:p>
        </p:txBody>
      </p:sp>
    </p:spTree>
    <p:extLst>
      <p:ext uri="{BB962C8B-B14F-4D97-AF65-F5344CB8AC3E}">
        <p14:creationId xmlns:p14="http://schemas.microsoft.com/office/powerpoint/2010/main" val="221848436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3C500A09-BF95-A121-71A4-33FFE91ACA86}"/>
              </a:ext>
            </a:extLst>
          </p:cNvPr>
          <p:cNvSpPr>
            <a:spLocks noGrp="1"/>
          </p:cNvSpPr>
          <p:nvPr>
            <p:ph type="title"/>
          </p:nvPr>
        </p:nvSpPr>
        <p:spPr>
          <a:xfrm>
            <a:off x="494057" y="136525"/>
            <a:ext cx="11543614" cy="1128381"/>
          </a:xfrm>
        </p:spPr>
        <p:txBody>
          <a:bodyPr>
            <a:noAutofit/>
          </a:bodyPr>
          <a:lstStyle/>
          <a:p>
            <a:pPr algn="ctr">
              <a:lnSpc>
                <a:spcPct val="100000"/>
              </a:lnSpc>
            </a:pPr>
            <a:r>
              <a:rPr lang="en-US" sz="2400" dirty="0" smtClean="0">
                <a:solidFill>
                  <a:srgbClr val="0070C0"/>
                </a:solidFill>
                <a:latin typeface="+mn-lt"/>
                <a:cs typeface="Arial" panose="020B0604020202020204" pitchFamily="34" charset="0"/>
              </a:rPr>
              <a:t>UNMUTE: A WEEKLY REFLECTION APPLICATION</a:t>
            </a:r>
            <a:endParaRPr lang="en-US" sz="2400" dirty="0">
              <a:solidFill>
                <a:srgbClr val="FF0000"/>
              </a:solidFill>
              <a:latin typeface="+mn-lt"/>
              <a:cs typeface="Arial" panose="020B0604020202020204" pitchFamily="34" charset="0"/>
            </a:endParaRPr>
          </a:p>
        </p:txBody>
      </p:sp>
      <p:sp>
        <p:nvSpPr>
          <p:cNvPr id="3" name="Content Placeholder 2">
            <a:extLst>
              <a:ext uri="{FF2B5EF4-FFF2-40B4-BE49-F238E27FC236}">
                <a16:creationId xmlns="" xmlns:a16="http://schemas.microsoft.com/office/drawing/2014/main" id="{7AEAE0CE-45A1-A1FF-31F4-66CECAEF3059}"/>
              </a:ext>
            </a:extLst>
          </p:cNvPr>
          <p:cNvSpPr>
            <a:spLocks noGrp="1"/>
          </p:cNvSpPr>
          <p:nvPr>
            <p:ph sz="half" idx="1"/>
          </p:nvPr>
        </p:nvSpPr>
        <p:spPr>
          <a:xfrm>
            <a:off x="838200" y="1150130"/>
            <a:ext cx="10515600" cy="1097555"/>
          </a:xfrm>
        </p:spPr>
        <p:txBody>
          <a:bodyPr>
            <a:normAutofit fontScale="25000" lnSpcReduction="20000"/>
          </a:bodyPr>
          <a:lstStyle/>
          <a:p>
            <a:pPr marL="0" indent="0" algn="ctr">
              <a:buNone/>
            </a:pPr>
            <a:r>
              <a:rPr lang="en-US" sz="9600" dirty="0"/>
              <a:t>Student Name: </a:t>
            </a:r>
            <a:r>
              <a:rPr lang="en-US" sz="9600" dirty="0" smtClean="0"/>
              <a:t>M SRI NITHYA</a:t>
            </a:r>
            <a:endParaRPr lang="en-US" sz="9600" dirty="0"/>
          </a:p>
          <a:p>
            <a:pPr marL="0" indent="0" algn="ctr">
              <a:buNone/>
            </a:pPr>
            <a:r>
              <a:rPr lang="en-US" sz="9600" dirty="0"/>
              <a:t>Student ID: </a:t>
            </a:r>
            <a:r>
              <a:rPr lang="en-US" sz="9600" dirty="0" smtClean="0"/>
              <a:t>2320030447</a:t>
            </a:r>
            <a:r>
              <a:rPr lang="en-US" sz="2400" dirty="0" smtClean="0"/>
              <a:t>)</a:t>
            </a:r>
            <a:endParaRPr lang="en-US" sz="2400" dirty="0"/>
          </a:p>
          <a:p>
            <a:pPr marL="0" indent="0" algn="ctr">
              <a:buNone/>
            </a:pPr>
            <a:r>
              <a:rPr lang="en-US" sz="11200" dirty="0" smtClean="0"/>
              <a:t>Cluster:04</a:t>
            </a:r>
            <a:endParaRPr lang="en-US" sz="11200" dirty="0"/>
          </a:p>
          <a:p>
            <a:pPr marL="0" indent="0" algn="ctr">
              <a:buNone/>
            </a:pPr>
            <a:r>
              <a:rPr lang="en-US" sz="11200" dirty="0"/>
              <a:t>Section: </a:t>
            </a:r>
            <a:r>
              <a:rPr lang="en-US" sz="11200" dirty="0" smtClean="0"/>
              <a:t>14</a:t>
            </a:r>
            <a:endParaRPr lang="en-US" sz="11200" dirty="0"/>
          </a:p>
        </p:txBody>
      </p:sp>
      <p:sp>
        <p:nvSpPr>
          <p:cNvPr id="6" name="Date Placeholder 5">
            <a:extLst>
              <a:ext uri="{FF2B5EF4-FFF2-40B4-BE49-F238E27FC236}">
                <a16:creationId xmlns="" xmlns:a16="http://schemas.microsoft.com/office/drawing/2014/main" id="{024CF11E-4EBB-004C-8FD7-152B8D16D8B6}"/>
              </a:ext>
            </a:extLst>
          </p:cNvPr>
          <p:cNvSpPr>
            <a:spLocks noGrp="1"/>
          </p:cNvSpPr>
          <p:nvPr>
            <p:ph type="dt" sz="half" idx="10"/>
          </p:nvPr>
        </p:nvSpPr>
        <p:spPr/>
        <p:txBody>
          <a:bodyPr/>
          <a:lstStyle/>
          <a:p>
            <a:fld id="{D4ABCEED-36AB-D94A-B562-4D3E096B39D1}" type="datetime1">
              <a:rPr lang="en-IN" smtClean="0"/>
              <a:t>10-03-2026</a:t>
            </a:fld>
            <a:endParaRPr lang="en-US"/>
          </a:p>
        </p:txBody>
      </p:sp>
      <p:pic>
        <p:nvPicPr>
          <p:cNvPr id="12" name="Picture 11" descr="A picture containing shape&#10;&#10;Description automatically generated">
            <a:extLst>
              <a:ext uri="{FF2B5EF4-FFF2-40B4-BE49-F238E27FC236}">
                <a16:creationId xmlns="" xmlns:a16="http://schemas.microsoft.com/office/drawing/2014/main" id="{22EBCDF0-8C0C-C908-85EA-FD8A72825B21}"/>
              </a:ext>
            </a:extLst>
          </p:cNvPr>
          <p:cNvPicPr>
            <a:picLocks noChangeAspect="1"/>
          </p:cNvPicPr>
          <p:nvPr/>
        </p:nvPicPr>
        <p:blipFill>
          <a:blip r:embed="rId2"/>
          <a:stretch>
            <a:fillRect/>
          </a:stretch>
        </p:blipFill>
        <p:spPr>
          <a:xfrm>
            <a:off x="5575079" y="5244518"/>
            <a:ext cx="1725712" cy="930978"/>
          </a:xfrm>
          <a:prstGeom prst="rect">
            <a:avLst/>
          </a:prstGeom>
        </p:spPr>
      </p:pic>
      <p:sp>
        <p:nvSpPr>
          <p:cNvPr id="13" name="Content Placeholder 3">
            <a:extLst>
              <a:ext uri="{FF2B5EF4-FFF2-40B4-BE49-F238E27FC236}">
                <a16:creationId xmlns="" xmlns:a16="http://schemas.microsoft.com/office/drawing/2014/main" id="{3F9DE7D0-41AC-90DD-3065-235240261B1B}"/>
              </a:ext>
            </a:extLst>
          </p:cNvPr>
          <p:cNvSpPr txBox="1">
            <a:spLocks/>
          </p:cNvSpPr>
          <p:nvPr/>
        </p:nvSpPr>
        <p:spPr>
          <a:xfrm>
            <a:off x="838200" y="3332480"/>
            <a:ext cx="11199471" cy="1571945"/>
          </a:xfrm>
          <a:prstGeom prst="rect">
            <a:avLst/>
          </a:prstGeom>
        </p:spPr>
        <p:txBody>
          <a:bodyPr vert="horz" lIns="91440" tIns="45720" rIns="91440" bIns="45720" rtlCol="0">
            <a:normAutofit fontScale="25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8600" dirty="0"/>
              <a:t>Under the Guidance </a:t>
            </a:r>
          </a:p>
          <a:p>
            <a:pPr marL="0" indent="0" algn="ctr">
              <a:buNone/>
            </a:pPr>
            <a:r>
              <a:rPr lang="en-US" sz="8600" dirty="0"/>
              <a:t>of </a:t>
            </a:r>
            <a:endParaRPr lang="en-US" sz="8600" dirty="0">
              <a:solidFill>
                <a:srgbClr val="00B050"/>
              </a:solidFill>
            </a:endParaRPr>
          </a:p>
          <a:p>
            <a:pPr marL="0" indent="0" algn="ctr">
              <a:buNone/>
            </a:pPr>
            <a:r>
              <a:rPr lang="en-US" sz="8600" dirty="0">
                <a:solidFill>
                  <a:srgbClr val="00B050"/>
                </a:solidFill>
              </a:rPr>
              <a:t>Supervisor </a:t>
            </a:r>
            <a:r>
              <a:rPr lang="en-US" sz="8600" dirty="0" err="1" smtClean="0">
                <a:solidFill>
                  <a:srgbClr val="00B050"/>
                </a:solidFill>
              </a:rPr>
              <a:t>Name:</a:t>
            </a:r>
            <a:r>
              <a:rPr lang="en-US" sz="8600" dirty="0" err="1" smtClean="0">
                <a:solidFill>
                  <a:srgbClr val="00B050"/>
                </a:solidFill>
              </a:rPr>
              <a:t>NM</a:t>
            </a:r>
            <a:r>
              <a:rPr lang="en-US" sz="8600" smtClean="0">
                <a:solidFill>
                  <a:srgbClr val="00B050"/>
                </a:solidFill>
              </a:rPr>
              <a:t> DEEPIKA </a:t>
            </a:r>
            <a:endParaRPr lang="en-US" sz="8600" dirty="0">
              <a:solidFill>
                <a:srgbClr val="00B050"/>
              </a:solidFill>
            </a:endParaRPr>
          </a:p>
          <a:p>
            <a:pPr marL="0" indent="0" algn="ctr">
              <a:buNone/>
            </a:pPr>
            <a:r>
              <a:rPr lang="en-US" sz="8600" dirty="0">
                <a:solidFill>
                  <a:srgbClr val="00B050"/>
                </a:solidFill>
              </a:rPr>
              <a:t>Assistant Professor</a:t>
            </a:r>
          </a:p>
          <a:p>
            <a:pPr marL="0" indent="0" algn="ctr">
              <a:buNone/>
            </a:pPr>
            <a:r>
              <a:rPr lang="en-US" sz="8600" dirty="0">
                <a:solidFill>
                  <a:srgbClr val="00B050"/>
                </a:solidFill>
              </a:rPr>
              <a:t>Department of CSE</a:t>
            </a:r>
          </a:p>
          <a:p>
            <a:pPr marL="0" indent="0">
              <a:buFont typeface="Arial" panose="020B0604020202020204" pitchFamily="34" charset="0"/>
              <a:buNone/>
            </a:pPr>
            <a:endParaRPr lang="en-US" sz="2400" dirty="0">
              <a:solidFill>
                <a:srgbClr val="00B050"/>
              </a:solidFill>
            </a:endParaRPr>
          </a:p>
        </p:txBody>
      </p:sp>
      <p:sp>
        <p:nvSpPr>
          <p:cNvPr id="5" name="Slide Number Placeholder 4">
            <a:extLst>
              <a:ext uri="{FF2B5EF4-FFF2-40B4-BE49-F238E27FC236}">
                <a16:creationId xmlns="" xmlns:a16="http://schemas.microsoft.com/office/drawing/2014/main" id="{8A4C03D2-3952-BF4D-18CA-C2C8547E2A2A}"/>
              </a:ext>
            </a:extLst>
          </p:cNvPr>
          <p:cNvSpPr>
            <a:spLocks noGrp="1"/>
          </p:cNvSpPr>
          <p:nvPr>
            <p:ph type="sldNum" sz="quarter" idx="12"/>
          </p:nvPr>
        </p:nvSpPr>
        <p:spPr/>
        <p:txBody>
          <a:bodyPr/>
          <a:lstStyle/>
          <a:p>
            <a:fld id="{B961B71F-4B40-8942-BB88-E0F5C0B46E10}" type="slidenum">
              <a:rPr lang="en-US" smtClean="0"/>
              <a:t>1</a:t>
            </a:fld>
            <a:endParaRPr lang="en-US"/>
          </a:p>
        </p:txBody>
      </p:sp>
    </p:spTree>
    <p:extLst>
      <p:ext uri="{BB962C8B-B14F-4D97-AF65-F5344CB8AC3E}">
        <p14:creationId xmlns:p14="http://schemas.microsoft.com/office/powerpoint/2010/main" val="101701633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 xmlns:a16="http://schemas.microsoft.com/office/drawing/2014/main" id="{D45DB3B1-7702-A34D-B15A-E964B95D6FB5}"/>
              </a:ext>
            </a:extLst>
          </p:cNvPr>
          <p:cNvSpPr>
            <a:spLocks noGrp="1"/>
          </p:cNvSpPr>
          <p:nvPr>
            <p:ph type="title"/>
          </p:nvPr>
        </p:nvSpPr>
        <p:spPr>
          <a:xfrm>
            <a:off x="1180618" y="365125"/>
            <a:ext cx="10173182" cy="1128009"/>
          </a:xfrm>
        </p:spPr>
        <p:txBody>
          <a:bodyPr/>
          <a:lstStyle/>
          <a:p>
            <a:pPr algn="ctr"/>
            <a:r>
              <a:rPr lang="en-US" b="1" dirty="0"/>
              <a:t>OUTLINE</a:t>
            </a:r>
          </a:p>
        </p:txBody>
      </p:sp>
      <p:sp>
        <p:nvSpPr>
          <p:cNvPr id="9" name="Content Placeholder 8">
            <a:extLst>
              <a:ext uri="{FF2B5EF4-FFF2-40B4-BE49-F238E27FC236}">
                <a16:creationId xmlns="" xmlns:a16="http://schemas.microsoft.com/office/drawing/2014/main" id="{0BAA4F36-AB00-F2C4-B47F-6381355DE604}"/>
              </a:ext>
            </a:extLst>
          </p:cNvPr>
          <p:cNvSpPr>
            <a:spLocks noGrp="1"/>
          </p:cNvSpPr>
          <p:nvPr>
            <p:ph idx="1"/>
          </p:nvPr>
        </p:nvSpPr>
        <p:spPr>
          <a:xfrm>
            <a:off x="838200" y="1493134"/>
            <a:ext cx="10515600" cy="4683829"/>
          </a:xfrm>
        </p:spPr>
        <p:txBody>
          <a:bodyPr>
            <a:normAutofit fontScale="62500" lnSpcReduction="20000"/>
          </a:bodyPr>
          <a:lstStyle/>
          <a:p>
            <a:pPr marL="514350" indent="-514350">
              <a:buFont typeface="+mj-lt"/>
              <a:buAutoNum type="arabicPeriod"/>
            </a:pPr>
            <a:r>
              <a:rPr lang="en-IN" dirty="0"/>
              <a:t>Abstract</a:t>
            </a:r>
          </a:p>
          <a:p>
            <a:pPr marL="514350" indent="-514350">
              <a:buFont typeface="+mj-lt"/>
              <a:buAutoNum type="arabicPeriod"/>
            </a:pPr>
            <a:r>
              <a:rPr lang="en-IN" dirty="0"/>
              <a:t>Existing System </a:t>
            </a:r>
          </a:p>
          <a:p>
            <a:pPr marL="514350" indent="-514350">
              <a:buFont typeface="+mj-lt"/>
              <a:buAutoNum type="arabicPeriod"/>
            </a:pPr>
            <a:r>
              <a:rPr lang="en-IN" dirty="0"/>
              <a:t>Proposed System</a:t>
            </a:r>
          </a:p>
          <a:p>
            <a:pPr marL="514350" indent="-514350">
              <a:buFont typeface="+mj-lt"/>
              <a:buAutoNum type="arabicPeriod"/>
            </a:pPr>
            <a:r>
              <a:rPr lang="en-IN" dirty="0"/>
              <a:t>System Architecture</a:t>
            </a:r>
          </a:p>
          <a:p>
            <a:pPr marL="514350" indent="-514350">
              <a:buFont typeface="+mj-lt"/>
              <a:buAutoNum type="arabicPeriod"/>
            </a:pPr>
            <a:r>
              <a:rPr lang="en-IN" dirty="0"/>
              <a:t>Project Modules</a:t>
            </a:r>
          </a:p>
          <a:p>
            <a:pPr marL="514350" indent="-514350">
              <a:buFont typeface="+mj-lt"/>
              <a:buAutoNum type="arabicPeriod"/>
            </a:pPr>
            <a:r>
              <a:rPr lang="en-IN" dirty="0"/>
              <a:t>Objectives </a:t>
            </a:r>
          </a:p>
          <a:p>
            <a:pPr marL="514350" indent="-514350">
              <a:buFont typeface="+mj-lt"/>
              <a:buAutoNum type="arabicPeriod"/>
            </a:pPr>
            <a:r>
              <a:rPr lang="en-IN" dirty="0"/>
              <a:t>Co’s Attainments - FWD</a:t>
            </a:r>
          </a:p>
          <a:p>
            <a:pPr marL="971550" lvl="1" indent="-514350">
              <a:buFont typeface="+mj-lt"/>
              <a:buAutoNum type="arabicPeriod"/>
            </a:pPr>
            <a:r>
              <a:rPr lang="en-IN" dirty="0"/>
              <a:t>Co1</a:t>
            </a:r>
          </a:p>
          <a:p>
            <a:pPr marL="971550" lvl="1" indent="-514350">
              <a:buFont typeface="+mj-lt"/>
              <a:buAutoNum type="arabicPeriod"/>
            </a:pPr>
            <a:r>
              <a:rPr lang="en-IN" dirty="0"/>
              <a:t>Co2 …….. 5. Co5</a:t>
            </a:r>
          </a:p>
          <a:p>
            <a:pPr marL="514350" indent="-514350">
              <a:buFont typeface="+mj-lt"/>
              <a:buAutoNum type="arabicPeriod"/>
            </a:pPr>
            <a:r>
              <a:rPr lang="en-IN" dirty="0"/>
              <a:t>Co’s Attainments - DSA</a:t>
            </a:r>
          </a:p>
          <a:p>
            <a:pPr marL="971550" lvl="1" indent="-514350">
              <a:buFont typeface="+mj-lt"/>
              <a:buAutoNum type="arabicPeriod"/>
            </a:pPr>
            <a:r>
              <a:rPr lang="en-IN" dirty="0"/>
              <a:t>Co1</a:t>
            </a:r>
          </a:p>
          <a:p>
            <a:pPr marL="971550" lvl="1" indent="-514350">
              <a:buFont typeface="+mj-lt"/>
              <a:buAutoNum type="arabicPeriod"/>
            </a:pPr>
            <a:r>
              <a:rPr lang="en-IN" dirty="0"/>
              <a:t>Co2 …….. 5. Co5</a:t>
            </a:r>
          </a:p>
          <a:p>
            <a:pPr marL="514350" indent="-514350">
              <a:buFont typeface="+mj-lt"/>
              <a:buAutoNum type="arabicPeriod"/>
            </a:pPr>
            <a:r>
              <a:rPr lang="en-IN" dirty="0"/>
              <a:t>Screen Shots for FWD &amp; DSA</a:t>
            </a:r>
          </a:p>
          <a:p>
            <a:pPr marL="514350" indent="-514350">
              <a:buFont typeface="+mj-lt"/>
              <a:buAutoNum type="arabicPeriod"/>
            </a:pPr>
            <a:r>
              <a:rPr lang="en-IN" dirty="0"/>
              <a:t>Conclusion</a:t>
            </a:r>
          </a:p>
          <a:p>
            <a:pPr marL="514350" indent="-514350">
              <a:buFont typeface="+mj-lt"/>
              <a:buAutoNum type="arabicPeriod"/>
            </a:pPr>
            <a:r>
              <a:rPr lang="en-IN" dirty="0"/>
              <a:t>Geo-Tagged Photos</a:t>
            </a:r>
          </a:p>
          <a:p>
            <a:pPr marL="514350" indent="-514350">
              <a:buFont typeface="+mj-lt"/>
              <a:buAutoNum type="arabicPeriod"/>
            </a:pPr>
            <a:endParaRPr lang="en-IN" dirty="0"/>
          </a:p>
          <a:p>
            <a:endParaRPr lang="en-US" dirty="0"/>
          </a:p>
        </p:txBody>
      </p:sp>
      <p:sp>
        <p:nvSpPr>
          <p:cNvPr id="5" name="Date Placeholder 4">
            <a:extLst>
              <a:ext uri="{FF2B5EF4-FFF2-40B4-BE49-F238E27FC236}">
                <a16:creationId xmlns="" xmlns:a16="http://schemas.microsoft.com/office/drawing/2014/main" id="{BD5C2420-26C9-65B4-41BA-D5CA69721C05}"/>
              </a:ext>
            </a:extLst>
          </p:cNvPr>
          <p:cNvSpPr>
            <a:spLocks noGrp="1"/>
          </p:cNvSpPr>
          <p:nvPr>
            <p:ph type="dt" sz="half" idx="10"/>
          </p:nvPr>
        </p:nvSpPr>
        <p:spPr/>
        <p:txBody>
          <a:bodyPr/>
          <a:lstStyle/>
          <a:p>
            <a:fld id="{5D381120-93CB-BF4D-9125-DC4781C9106A}" type="datetime1">
              <a:rPr lang="en-IN" smtClean="0"/>
              <a:t>10-03-2026</a:t>
            </a:fld>
            <a:endParaRPr lang="en-US"/>
          </a:p>
        </p:txBody>
      </p:sp>
      <p:sp>
        <p:nvSpPr>
          <p:cNvPr id="6" name="Footer Placeholder 5">
            <a:extLst>
              <a:ext uri="{FF2B5EF4-FFF2-40B4-BE49-F238E27FC236}">
                <a16:creationId xmlns="" xmlns:a16="http://schemas.microsoft.com/office/drawing/2014/main" id="{AE9B4454-96E6-70D8-1440-2142487397DF}"/>
              </a:ext>
            </a:extLst>
          </p:cNvPr>
          <p:cNvSpPr>
            <a:spLocks noGrp="1"/>
          </p:cNvSpPr>
          <p:nvPr>
            <p:ph type="ftr" sz="quarter" idx="11"/>
          </p:nvPr>
        </p:nvSpPr>
        <p:spPr/>
        <p:txBody>
          <a:bodyPr/>
          <a:lstStyle/>
          <a:p>
            <a:r>
              <a:rPr lang="en-US" dirty="0"/>
              <a:t>173030211           Department of CSE</a:t>
            </a:r>
          </a:p>
        </p:txBody>
      </p:sp>
      <p:sp>
        <p:nvSpPr>
          <p:cNvPr id="7" name="Slide Number Placeholder 6">
            <a:extLst>
              <a:ext uri="{FF2B5EF4-FFF2-40B4-BE49-F238E27FC236}">
                <a16:creationId xmlns="" xmlns:a16="http://schemas.microsoft.com/office/drawing/2014/main" id="{5F827BAA-7E22-F268-D9DC-5E17D9155237}"/>
              </a:ext>
            </a:extLst>
          </p:cNvPr>
          <p:cNvSpPr>
            <a:spLocks noGrp="1"/>
          </p:cNvSpPr>
          <p:nvPr>
            <p:ph type="sldNum" sz="quarter" idx="12"/>
          </p:nvPr>
        </p:nvSpPr>
        <p:spPr/>
        <p:txBody>
          <a:bodyPr/>
          <a:lstStyle/>
          <a:p>
            <a:fld id="{B961B71F-4B40-8942-BB88-E0F5C0B46E10}" type="slidenum">
              <a:rPr lang="en-US" smtClean="0"/>
              <a:t>2</a:t>
            </a:fld>
            <a:endParaRPr lang="en-US"/>
          </a:p>
        </p:txBody>
      </p:sp>
    </p:spTree>
    <p:extLst>
      <p:ext uri="{BB962C8B-B14F-4D97-AF65-F5344CB8AC3E}">
        <p14:creationId xmlns:p14="http://schemas.microsoft.com/office/powerpoint/2010/main" val="32623933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 xmlns:a16="http://schemas.microsoft.com/office/drawing/2014/main" id="{D45DB3B1-7702-A34D-B15A-E964B95D6FB5}"/>
              </a:ext>
            </a:extLst>
          </p:cNvPr>
          <p:cNvSpPr>
            <a:spLocks noGrp="1"/>
          </p:cNvSpPr>
          <p:nvPr>
            <p:ph type="title"/>
          </p:nvPr>
        </p:nvSpPr>
        <p:spPr>
          <a:xfrm>
            <a:off x="1180618" y="365125"/>
            <a:ext cx="10173182" cy="1128009"/>
          </a:xfrm>
        </p:spPr>
        <p:txBody>
          <a:bodyPr/>
          <a:lstStyle/>
          <a:p>
            <a:pPr algn="ctr"/>
            <a:r>
              <a:rPr lang="en-US" b="1" dirty="0"/>
              <a:t>Abstract</a:t>
            </a:r>
          </a:p>
        </p:txBody>
      </p:sp>
      <p:sp>
        <p:nvSpPr>
          <p:cNvPr id="9" name="Content Placeholder 8">
            <a:extLst>
              <a:ext uri="{FF2B5EF4-FFF2-40B4-BE49-F238E27FC236}">
                <a16:creationId xmlns="" xmlns:a16="http://schemas.microsoft.com/office/drawing/2014/main" id="{0BAA4F36-AB00-F2C4-B47F-6381355DE604}"/>
              </a:ext>
            </a:extLst>
          </p:cNvPr>
          <p:cNvSpPr>
            <a:spLocks noGrp="1"/>
          </p:cNvSpPr>
          <p:nvPr>
            <p:ph idx="1"/>
          </p:nvPr>
        </p:nvSpPr>
        <p:spPr/>
        <p:txBody>
          <a:bodyPr>
            <a:normAutofit/>
          </a:bodyPr>
          <a:lstStyle/>
          <a:p>
            <a:r>
              <a:rPr lang="en-US" sz="2200" b="1" dirty="0">
                <a:latin typeface="Times New Roman" panose="02020603050405020304" pitchFamily="18" charset="0"/>
                <a:cs typeface="Times New Roman" panose="02020603050405020304" pitchFamily="18" charset="0"/>
              </a:rPr>
              <a:t>UNMUTE</a:t>
            </a:r>
            <a:r>
              <a:rPr lang="en-US" sz="2200" dirty="0">
                <a:latin typeface="Times New Roman" panose="02020603050405020304" pitchFamily="18" charset="0"/>
                <a:cs typeface="Times New Roman" panose="02020603050405020304" pitchFamily="18" charset="0"/>
              </a:rPr>
              <a:t> is a web-based reflection application designed to help individuals understand their emotions and experiences through structured weekly reflection. The platform provides guided questions that allow users to analyze their week, record meaningful thoughts, and rate their emotional state.</a:t>
            </a:r>
          </a:p>
          <a:p>
            <a:r>
              <a:rPr lang="en-US" sz="2200" dirty="0">
                <a:latin typeface="Times New Roman" panose="02020603050405020304" pitchFamily="18" charset="0"/>
                <a:cs typeface="Times New Roman" panose="02020603050405020304" pitchFamily="18" charset="0"/>
              </a:rPr>
              <a:t>The application includes features such as weekly reflection prompts, mood tracking, and a vault where sealed reflections can be stored and accessed later. By combining structured journaling with interactive web technologies, </a:t>
            </a:r>
            <a:r>
              <a:rPr lang="en-US" sz="2200" b="1" dirty="0">
                <a:latin typeface="Times New Roman" panose="02020603050405020304" pitchFamily="18" charset="0"/>
                <a:cs typeface="Times New Roman" panose="02020603050405020304" pitchFamily="18" charset="0"/>
              </a:rPr>
              <a:t>UNMUTE</a:t>
            </a:r>
            <a:r>
              <a:rPr lang="en-US" sz="2200" dirty="0">
                <a:latin typeface="Times New Roman" panose="02020603050405020304" pitchFamily="18" charset="0"/>
                <a:cs typeface="Times New Roman" panose="02020603050405020304" pitchFamily="18" charset="0"/>
              </a:rPr>
              <a:t> encourages self-awareness and emotional growth.</a:t>
            </a:r>
          </a:p>
          <a:p>
            <a:r>
              <a:rPr lang="en-US" sz="2200" dirty="0">
                <a:latin typeface="Times New Roman" panose="02020603050405020304" pitchFamily="18" charset="0"/>
                <a:cs typeface="Times New Roman" panose="02020603050405020304" pitchFamily="18" charset="0"/>
              </a:rPr>
              <a:t>The system is implemented using </a:t>
            </a:r>
            <a:r>
              <a:rPr lang="en-US" sz="2200" b="1" dirty="0">
                <a:latin typeface="Times New Roman" panose="02020603050405020304" pitchFamily="18" charset="0"/>
                <a:cs typeface="Times New Roman" panose="02020603050405020304" pitchFamily="18" charset="0"/>
              </a:rPr>
              <a:t>HTML</a:t>
            </a:r>
            <a:r>
              <a:rPr lang="en-US" sz="2200" dirty="0">
                <a:latin typeface="Times New Roman" panose="02020603050405020304" pitchFamily="18" charset="0"/>
                <a:cs typeface="Times New Roman" panose="02020603050405020304" pitchFamily="18" charset="0"/>
              </a:rPr>
              <a:t> for structure, </a:t>
            </a:r>
            <a:r>
              <a:rPr lang="en-US" sz="2200" b="1" dirty="0">
                <a:latin typeface="Times New Roman" panose="02020603050405020304" pitchFamily="18" charset="0"/>
                <a:cs typeface="Times New Roman" panose="02020603050405020304" pitchFamily="18" charset="0"/>
              </a:rPr>
              <a:t>CSS</a:t>
            </a:r>
            <a:r>
              <a:rPr lang="en-US" sz="2200" dirty="0">
                <a:latin typeface="Times New Roman" panose="02020603050405020304" pitchFamily="18" charset="0"/>
                <a:cs typeface="Times New Roman" panose="02020603050405020304" pitchFamily="18" charset="0"/>
              </a:rPr>
              <a:t> for design, and </a:t>
            </a:r>
            <a:r>
              <a:rPr lang="en-US" sz="2200" b="1" dirty="0">
                <a:latin typeface="Times New Roman" panose="02020603050405020304" pitchFamily="18" charset="0"/>
                <a:cs typeface="Times New Roman" panose="02020603050405020304" pitchFamily="18" charset="0"/>
              </a:rPr>
              <a:t>JavaScript</a:t>
            </a:r>
            <a:r>
              <a:rPr lang="en-US" sz="2200" dirty="0">
                <a:latin typeface="Times New Roman" panose="02020603050405020304" pitchFamily="18" charset="0"/>
                <a:cs typeface="Times New Roman" panose="02020603050405020304" pitchFamily="18" charset="0"/>
              </a:rPr>
              <a:t> for interactivity and data management.</a:t>
            </a:r>
          </a:p>
          <a:p>
            <a:endParaRPr lang="en-US" dirty="0"/>
          </a:p>
        </p:txBody>
      </p:sp>
      <p:sp>
        <p:nvSpPr>
          <p:cNvPr id="5" name="Date Placeholder 4">
            <a:extLst>
              <a:ext uri="{FF2B5EF4-FFF2-40B4-BE49-F238E27FC236}">
                <a16:creationId xmlns="" xmlns:a16="http://schemas.microsoft.com/office/drawing/2014/main" id="{BD5C2420-26C9-65B4-41BA-D5CA69721C05}"/>
              </a:ext>
            </a:extLst>
          </p:cNvPr>
          <p:cNvSpPr>
            <a:spLocks noGrp="1"/>
          </p:cNvSpPr>
          <p:nvPr>
            <p:ph type="dt" sz="half" idx="10"/>
          </p:nvPr>
        </p:nvSpPr>
        <p:spPr/>
        <p:txBody>
          <a:bodyPr/>
          <a:lstStyle/>
          <a:p>
            <a:fld id="{20A639D7-EAE1-7C4A-AC63-30DD6B16DE20}" type="datetime1">
              <a:rPr lang="en-IN" smtClean="0"/>
              <a:t>10-03-2026</a:t>
            </a:fld>
            <a:endParaRPr lang="en-US"/>
          </a:p>
        </p:txBody>
      </p:sp>
      <p:sp>
        <p:nvSpPr>
          <p:cNvPr id="6" name="Footer Placeholder 5">
            <a:extLst>
              <a:ext uri="{FF2B5EF4-FFF2-40B4-BE49-F238E27FC236}">
                <a16:creationId xmlns="" xmlns:a16="http://schemas.microsoft.com/office/drawing/2014/main" id="{AE9B4454-96E6-70D8-1440-2142487397DF}"/>
              </a:ext>
            </a:extLst>
          </p:cNvPr>
          <p:cNvSpPr>
            <a:spLocks noGrp="1"/>
          </p:cNvSpPr>
          <p:nvPr>
            <p:ph type="ftr" sz="quarter" idx="11"/>
          </p:nvPr>
        </p:nvSpPr>
        <p:spPr/>
        <p:txBody>
          <a:bodyPr/>
          <a:lstStyle/>
          <a:p>
            <a:r>
              <a:rPr lang="en-US" dirty="0"/>
              <a:t>173030211           Department of CSE</a:t>
            </a:r>
          </a:p>
        </p:txBody>
      </p:sp>
      <p:sp>
        <p:nvSpPr>
          <p:cNvPr id="7" name="Slide Number Placeholder 6">
            <a:extLst>
              <a:ext uri="{FF2B5EF4-FFF2-40B4-BE49-F238E27FC236}">
                <a16:creationId xmlns="" xmlns:a16="http://schemas.microsoft.com/office/drawing/2014/main" id="{5F827BAA-7E22-F268-D9DC-5E17D9155237}"/>
              </a:ext>
            </a:extLst>
          </p:cNvPr>
          <p:cNvSpPr>
            <a:spLocks noGrp="1"/>
          </p:cNvSpPr>
          <p:nvPr>
            <p:ph type="sldNum" sz="quarter" idx="12"/>
          </p:nvPr>
        </p:nvSpPr>
        <p:spPr/>
        <p:txBody>
          <a:bodyPr/>
          <a:lstStyle/>
          <a:p>
            <a:fld id="{B961B71F-4B40-8942-BB88-E0F5C0B46E10}" type="slidenum">
              <a:rPr lang="en-US" smtClean="0"/>
              <a:t>3</a:t>
            </a:fld>
            <a:endParaRPr lang="en-US"/>
          </a:p>
        </p:txBody>
      </p:sp>
    </p:spTree>
    <p:extLst>
      <p:ext uri="{BB962C8B-B14F-4D97-AF65-F5344CB8AC3E}">
        <p14:creationId xmlns:p14="http://schemas.microsoft.com/office/powerpoint/2010/main" val="271578379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 xmlns:a16="http://schemas.microsoft.com/office/drawing/2014/main" id="{D45DB3B1-7702-A34D-B15A-E964B95D6FB5}"/>
              </a:ext>
            </a:extLst>
          </p:cNvPr>
          <p:cNvSpPr>
            <a:spLocks noGrp="1"/>
          </p:cNvSpPr>
          <p:nvPr>
            <p:ph type="title"/>
          </p:nvPr>
        </p:nvSpPr>
        <p:spPr>
          <a:xfrm>
            <a:off x="1180618" y="365125"/>
            <a:ext cx="10173182" cy="1128009"/>
          </a:xfrm>
        </p:spPr>
        <p:txBody>
          <a:bodyPr/>
          <a:lstStyle/>
          <a:p>
            <a:pPr algn="ctr"/>
            <a:r>
              <a:rPr lang="en-US" b="1" dirty="0"/>
              <a:t>Existing System </a:t>
            </a:r>
          </a:p>
        </p:txBody>
      </p:sp>
      <p:sp>
        <p:nvSpPr>
          <p:cNvPr id="9" name="Content Placeholder 8">
            <a:extLst>
              <a:ext uri="{FF2B5EF4-FFF2-40B4-BE49-F238E27FC236}">
                <a16:creationId xmlns="" xmlns:a16="http://schemas.microsoft.com/office/drawing/2014/main" id="{0BAA4F36-AB00-F2C4-B47F-6381355DE604}"/>
              </a:ext>
            </a:extLst>
          </p:cNvPr>
          <p:cNvSpPr>
            <a:spLocks noGrp="1"/>
          </p:cNvSpPr>
          <p:nvPr>
            <p:ph idx="1"/>
          </p:nvPr>
        </p:nvSpPr>
        <p:spPr/>
        <p:txBody>
          <a:bodyPr>
            <a:normAutofit/>
          </a:bodyPr>
          <a:lstStyle/>
          <a:p>
            <a:r>
              <a:rPr lang="en-US" sz="2200" dirty="0">
                <a:latin typeface="Times New Roman" panose="02020603050405020304" pitchFamily="18" charset="0"/>
                <a:cs typeface="Times New Roman" panose="02020603050405020304" pitchFamily="18" charset="0"/>
              </a:rPr>
              <a:t>Most people currently rely on traditional journaling methods or simple note-taking applications to record their thoughts and experiences.</a:t>
            </a:r>
          </a:p>
          <a:p>
            <a:r>
              <a:rPr lang="en-US" sz="2200" dirty="0">
                <a:latin typeface="Times New Roman" panose="02020603050405020304" pitchFamily="18" charset="0"/>
                <a:cs typeface="Times New Roman" panose="02020603050405020304" pitchFamily="18" charset="0"/>
              </a:rPr>
              <a:t>However, these systems have several limitations:</a:t>
            </a:r>
          </a:p>
          <a:p>
            <a:pPr marL="0" indent="0">
              <a:buNone/>
            </a:pPr>
            <a:r>
              <a:rPr lang="en-US" sz="2200" dirty="0" smtClean="0">
                <a:latin typeface="Times New Roman" panose="02020603050405020304" pitchFamily="18" charset="0"/>
                <a:cs typeface="Times New Roman" panose="02020603050405020304" pitchFamily="18" charset="0"/>
              </a:rPr>
              <a:t>	• </a:t>
            </a:r>
            <a:r>
              <a:rPr lang="en-US" sz="2200" dirty="0">
                <a:latin typeface="Times New Roman" panose="02020603050405020304" pitchFamily="18" charset="0"/>
                <a:cs typeface="Times New Roman" panose="02020603050405020304" pitchFamily="18" charset="0"/>
              </a:rPr>
              <a:t>Lack of guided reflection questions</a:t>
            </a:r>
            <a:br>
              <a:rPr lang="en-US" sz="2200" dirty="0">
                <a:latin typeface="Times New Roman" panose="02020603050405020304" pitchFamily="18" charset="0"/>
                <a:cs typeface="Times New Roman" panose="02020603050405020304" pitchFamily="18" charset="0"/>
              </a:rPr>
            </a:br>
            <a:r>
              <a:rPr lang="en-US" sz="2200" dirty="0" smtClean="0">
                <a:latin typeface="Times New Roman" panose="02020603050405020304" pitchFamily="18" charset="0"/>
                <a:cs typeface="Times New Roman" panose="02020603050405020304" pitchFamily="18" charset="0"/>
              </a:rPr>
              <a:t>	• </a:t>
            </a:r>
            <a:r>
              <a:rPr lang="en-US" sz="2200" dirty="0">
                <a:latin typeface="Times New Roman" panose="02020603050405020304" pitchFamily="18" charset="0"/>
                <a:cs typeface="Times New Roman" panose="02020603050405020304" pitchFamily="18" charset="0"/>
              </a:rPr>
              <a:t>No structured way to analyze weekly emotions</a:t>
            </a:r>
            <a:br>
              <a:rPr lang="en-US" sz="2200" dirty="0">
                <a:latin typeface="Times New Roman" panose="02020603050405020304" pitchFamily="18" charset="0"/>
                <a:cs typeface="Times New Roman" panose="02020603050405020304" pitchFamily="18" charset="0"/>
              </a:rPr>
            </a:br>
            <a:r>
              <a:rPr lang="en-US" sz="2200" dirty="0" smtClean="0">
                <a:latin typeface="Times New Roman" panose="02020603050405020304" pitchFamily="18" charset="0"/>
                <a:cs typeface="Times New Roman" panose="02020603050405020304" pitchFamily="18" charset="0"/>
              </a:rPr>
              <a:t>	• </a:t>
            </a:r>
            <a:r>
              <a:rPr lang="en-US" sz="2200" dirty="0">
                <a:latin typeface="Times New Roman" panose="02020603050405020304" pitchFamily="18" charset="0"/>
                <a:cs typeface="Times New Roman" panose="02020603050405020304" pitchFamily="18" charset="0"/>
              </a:rPr>
              <a:t>Difficult to organize past reflections</a:t>
            </a:r>
            <a:br>
              <a:rPr lang="en-US" sz="2200" dirty="0">
                <a:latin typeface="Times New Roman" panose="02020603050405020304" pitchFamily="18" charset="0"/>
                <a:cs typeface="Times New Roman" panose="02020603050405020304" pitchFamily="18" charset="0"/>
              </a:rPr>
            </a:br>
            <a:r>
              <a:rPr lang="en-US" sz="2200" dirty="0" smtClean="0">
                <a:latin typeface="Times New Roman" panose="02020603050405020304" pitchFamily="18" charset="0"/>
                <a:cs typeface="Times New Roman" panose="02020603050405020304" pitchFamily="18" charset="0"/>
              </a:rPr>
              <a:t>	• </a:t>
            </a:r>
            <a:r>
              <a:rPr lang="en-US" sz="2200" dirty="0">
                <a:latin typeface="Times New Roman" panose="02020603050405020304" pitchFamily="18" charset="0"/>
                <a:cs typeface="Times New Roman" panose="02020603050405020304" pitchFamily="18" charset="0"/>
              </a:rPr>
              <a:t>Limited interactivity and engagement</a:t>
            </a:r>
            <a:br>
              <a:rPr lang="en-US" sz="2200" dirty="0">
                <a:latin typeface="Times New Roman" panose="02020603050405020304" pitchFamily="18" charset="0"/>
                <a:cs typeface="Times New Roman" panose="02020603050405020304" pitchFamily="18" charset="0"/>
              </a:rPr>
            </a:br>
            <a:r>
              <a:rPr lang="en-US" sz="2200" dirty="0" smtClean="0">
                <a:latin typeface="Times New Roman" panose="02020603050405020304" pitchFamily="18" charset="0"/>
                <a:cs typeface="Times New Roman" panose="02020603050405020304" pitchFamily="18" charset="0"/>
              </a:rPr>
              <a:t>	• </a:t>
            </a:r>
            <a:r>
              <a:rPr lang="en-US" sz="2200" dirty="0">
                <a:latin typeface="Times New Roman" panose="02020603050405020304" pitchFamily="18" charset="0"/>
                <a:cs typeface="Times New Roman" panose="02020603050405020304" pitchFamily="18" charset="0"/>
              </a:rPr>
              <a:t>No mood tracking features</a:t>
            </a:r>
          </a:p>
          <a:p>
            <a:r>
              <a:rPr lang="en-US" sz="2200" dirty="0">
                <a:latin typeface="Times New Roman" panose="02020603050405020304" pitchFamily="18" charset="0"/>
                <a:cs typeface="Times New Roman" panose="02020603050405020304" pitchFamily="18" charset="0"/>
              </a:rPr>
              <a:t>Because of these limitations, users often struggle to maintain a consistent reflection habit.</a:t>
            </a:r>
          </a:p>
          <a:p>
            <a:pPr marL="457200" lvl="1" indent="-339725" algn="just"/>
            <a:endParaRPr lang="en-US" sz="2200" dirty="0">
              <a:latin typeface="Times New Roman" panose="02020603050405020304" pitchFamily="18" charset="0"/>
              <a:cs typeface="Times New Roman" panose="02020603050405020304" pitchFamily="18" charset="0"/>
            </a:endParaRPr>
          </a:p>
        </p:txBody>
      </p:sp>
      <p:sp>
        <p:nvSpPr>
          <p:cNvPr id="5" name="Date Placeholder 4">
            <a:extLst>
              <a:ext uri="{FF2B5EF4-FFF2-40B4-BE49-F238E27FC236}">
                <a16:creationId xmlns="" xmlns:a16="http://schemas.microsoft.com/office/drawing/2014/main" id="{BD5C2420-26C9-65B4-41BA-D5CA69721C05}"/>
              </a:ext>
            </a:extLst>
          </p:cNvPr>
          <p:cNvSpPr>
            <a:spLocks noGrp="1"/>
          </p:cNvSpPr>
          <p:nvPr>
            <p:ph type="dt" sz="half" idx="10"/>
          </p:nvPr>
        </p:nvSpPr>
        <p:spPr/>
        <p:txBody>
          <a:bodyPr/>
          <a:lstStyle/>
          <a:p>
            <a:fld id="{22CB9F02-6AB8-A348-9013-8FCBB8174821}" type="datetime1">
              <a:rPr lang="en-IN" smtClean="0"/>
              <a:t>10-03-2026</a:t>
            </a:fld>
            <a:endParaRPr lang="en-US"/>
          </a:p>
        </p:txBody>
      </p:sp>
      <p:sp>
        <p:nvSpPr>
          <p:cNvPr id="6" name="Footer Placeholder 5">
            <a:extLst>
              <a:ext uri="{FF2B5EF4-FFF2-40B4-BE49-F238E27FC236}">
                <a16:creationId xmlns="" xmlns:a16="http://schemas.microsoft.com/office/drawing/2014/main" id="{AE9B4454-96E6-70D8-1440-2142487397DF}"/>
              </a:ext>
            </a:extLst>
          </p:cNvPr>
          <p:cNvSpPr>
            <a:spLocks noGrp="1"/>
          </p:cNvSpPr>
          <p:nvPr>
            <p:ph type="ftr" sz="quarter" idx="11"/>
          </p:nvPr>
        </p:nvSpPr>
        <p:spPr/>
        <p:txBody>
          <a:bodyPr/>
          <a:lstStyle/>
          <a:p>
            <a:r>
              <a:rPr lang="en-US" dirty="0"/>
              <a:t>173030211           Department of CSE</a:t>
            </a:r>
          </a:p>
        </p:txBody>
      </p:sp>
      <p:sp>
        <p:nvSpPr>
          <p:cNvPr id="7" name="Slide Number Placeholder 6">
            <a:extLst>
              <a:ext uri="{FF2B5EF4-FFF2-40B4-BE49-F238E27FC236}">
                <a16:creationId xmlns="" xmlns:a16="http://schemas.microsoft.com/office/drawing/2014/main" id="{5F827BAA-7E22-F268-D9DC-5E17D9155237}"/>
              </a:ext>
            </a:extLst>
          </p:cNvPr>
          <p:cNvSpPr>
            <a:spLocks noGrp="1"/>
          </p:cNvSpPr>
          <p:nvPr>
            <p:ph type="sldNum" sz="quarter" idx="12"/>
          </p:nvPr>
        </p:nvSpPr>
        <p:spPr/>
        <p:txBody>
          <a:bodyPr/>
          <a:lstStyle/>
          <a:p>
            <a:fld id="{B961B71F-4B40-8942-BB88-E0F5C0B46E10}" type="slidenum">
              <a:rPr lang="en-US" smtClean="0"/>
              <a:t>4</a:t>
            </a:fld>
            <a:endParaRPr lang="en-US"/>
          </a:p>
        </p:txBody>
      </p:sp>
    </p:spTree>
    <p:extLst>
      <p:ext uri="{BB962C8B-B14F-4D97-AF65-F5344CB8AC3E}">
        <p14:creationId xmlns:p14="http://schemas.microsoft.com/office/powerpoint/2010/main" val="93083332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2FDE7308-1D11-0801-FB87-8CFF8CD98E96}"/>
            </a:ext>
          </a:extLst>
        </p:cNvPr>
        <p:cNvGrpSpPr/>
        <p:nvPr/>
      </p:nvGrpSpPr>
      <p:grpSpPr>
        <a:xfrm>
          <a:off x="0" y="0"/>
          <a:ext cx="0" cy="0"/>
          <a:chOff x="0" y="0"/>
          <a:chExt cx="0" cy="0"/>
        </a:xfrm>
      </p:grpSpPr>
      <p:sp>
        <p:nvSpPr>
          <p:cNvPr id="8" name="Title 7">
            <a:extLst>
              <a:ext uri="{FF2B5EF4-FFF2-40B4-BE49-F238E27FC236}">
                <a16:creationId xmlns="" xmlns:a16="http://schemas.microsoft.com/office/drawing/2014/main" id="{2EAE696E-C5CB-1479-F98C-F7C2D0B7BED0}"/>
              </a:ext>
            </a:extLst>
          </p:cNvPr>
          <p:cNvSpPr>
            <a:spLocks noGrp="1"/>
          </p:cNvSpPr>
          <p:nvPr>
            <p:ph type="title"/>
          </p:nvPr>
        </p:nvSpPr>
        <p:spPr>
          <a:xfrm>
            <a:off x="1180618" y="365125"/>
            <a:ext cx="10173182" cy="1128009"/>
          </a:xfrm>
        </p:spPr>
        <p:txBody>
          <a:bodyPr/>
          <a:lstStyle/>
          <a:p>
            <a:pPr algn="ctr"/>
            <a:r>
              <a:rPr lang="en-US" b="1" dirty="0"/>
              <a:t>Proposed System</a:t>
            </a:r>
          </a:p>
        </p:txBody>
      </p:sp>
      <p:sp>
        <p:nvSpPr>
          <p:cNvPr id="9" name="Content Placeholder 8">
            <a:extLst>
              <a:ext uri="{FF2B5EF4-FFF2-40B4-BE49-F238E27FC236}">
                <a16:creationId xmlns="" xmlns:a16="http://schemas.microsoft.com/office/drawing/2014/main" id="{89135224-75FA-6942-7E71-50A315519F9D}"/>
              </a:ext>
            </a:extLst>
          </p:cNvPr>
          <p:cNvSpPr>
            <a:spLocks noGrp="1"/>
          </p:cNvSpPr>
          <p:nvPr>
            <p:ph idx="1"/>
          </p:nvPr>
        </p:nvSpPr>
        <p:spPr/>
        <p:txBody>
          <a:bodyPr>
            <a:normAutofit/>
          </a:bodyPr>
          <a:lstStyle/>
          <a:p>
            <a:pPr marL="0" indent="0">
              <a:buNone/>
            </a:pPr>
            <a:r>
              <a:rPr lang="en-US" sz="2200" b="1" dirty="0" smtClean="0">
                <a:latin typeface="Times New Roman" panose="02020603050405020304" pitchFamily="18" charset="0"/>
                <a:cs typeface="Times New Roman" panose="02020603050405020304" pitchFamily="18" charset="0"/>
              </a:rPr>
              <a:t>UNMUTE</a:t>
            </a:r>
            <a:r>
              <a:rPr lang="en-US" sz="2200" dirty="0">
                <a:latin typeface="Times New Roman" panose="02020603050405020304" pitchFamily="18" charset="0"/>
                <a:cs typeface="Times New Roman" panose="02020603050405020304" pitchFamily="18" charset="0"/>
              </a:rPr>
              <a:t>, provides a structured digital platform for weekly reflection and emotional tracking.</a:t>
            </a:r>
          </a:p>
          <a:p>
            <a:r>
              <a:rPr lang="en-US" sz="2200" dirty="0">
                <a:latin typeface="Times New Roman" panose="02020603050405020304" pitchFamily="18" charset="0"/>
                <a:cs typeface="Times New Roman" panose="02020603050405020304" pitchFamily="18" charset="0"/>
              </a:rPr>
              <a:t>The application allows users to:</a:t>
            </a:r>
          </a:p>
          <a:p>
            <a:pPr marL="457200" lvl="1" indent="0">
              <a:buNone/>
            </a:pPr>
            <a:r>
              <a:rPr lang="en-US" sz="2200" dirty="0" smtClean="0">
                <a:latin typeface="Times New Roman" panose="02020603050405020304" pitchFamily="18" charset="0"/>
                <a:cs typeface="Times New Roman" panose="02020603050405020304" pitchFamily="18" charset="0"/>
              </a:rPr>
              <a:t>	• </a:t>
            </a:r>
            <a:r>
              <a:rPr lang="en-US" sz="2200" dirty="0">
                <a:latin typeface="Times New Roman" panose="02020603050405020304" pitchFamily="18" charset="0"/>
                <a:cs typeface="Times New Roman" panose="02020603050405020304" pitchFamily="18" charset="0"/>
              </a:rPr>
              <a:t>Log in to a private reflection space</a:t>
            </a:r>
            <a:br>
              <a:rPr lang="en-US" sz="2200" dirty="0">
                <a:latin typeface="Times New Roman" panose="02020603050405020304" pitchFamily="18" charset="0"/>
                <a:cs typeface="Times New Roman" panose="02020603050405020304" pitchFamily="18" charset="0"/>
              </a:rPr>
            </a:br>
            <a:r>
              <a:rPr lang="en-US" sz="2200" dirty="0" smtClean="0">
                <a:latin typeface="Times New Roman" panose="02020603050405020304" pitchFamily="18" charset="0"/>
                <a:cs typeface="Times New Roman" panose="02020603050405020304" pitchFamily="18" charset="0"/>
              </a:rPr>
              <a:t>	• </a:t>
            </a:r>
            <a:r>
              <a:rPr lang="en-US" sz="2200" dirty="0">
                <a:latin typeface="Times New Roman" panose="02020603050405020304" pitchFamily="18" charset="0"/>
                <a:cs typeface="Times New Roman" panose="02020603050405020304" pitchFamily="18" charset="0"/>
              </a:rPr>
              <a:t>Answer guided weekly reflection questions</a:t>
            </a:r>
            <a:br>
              <a:rPr lang="en-US" sz="2200" dirty="0">
                <a:latin typeface="Times New Roman" panose="02020603050405020304" pitchFamily="18" charset="0"/>
                <a:cs typeface="Times New Roman" panose="02020603050405020304" pitchFamily="18" charset="0"/>
              </a:rPr>
            </a:br>
            <a:r>
              <a:rPr lang="en-US" sz="2200" dirty="0" smtClean="0">
                <a:latin typeface="Times New Roman" panose="02020603050405020304" pitchFamily="18" charset="0"/>
                <a:cs typeface="Times New Roman" panose="02020603050405020304" pitchFamily="18" charset="0"/>
              </a:rPr>
              <a:t>	• </a:t>
            </a:r>
            <a:r>
              <a:rPr lang="en-US" sz="2200" dirty="0">
                <a:latin typeface="Times New Roman" panose="02020603050405020304" pitchFamily="18" charset="0"/>
                <a:cs typeface="Times New Roman" panose="02020603050405020304" pitchFamily="18" charset="0"/>
              </a:rPr>
              <a:t>Rate their emotional state using a mood scale</a:t>
            </a:r>
            <a:br>
              <a:rPr lang="en-US" sz="2200" dirty="0">
                <a:latin typeface="Times New Roman" panose="02020603050405020304" pitchFamily="18" charset="0"/>
                <a:cs typeface="Times New Roman" panose="02020603050405020304" pitchFamily="18" charset="0"/>
              </a:rPr>
            </a:br>
            <a:r>
              <a:rPr lang="en-US" sz="2200" dirty="0" smtClean="0">
                <a:latin typeface="Times New Roman" panose="02020603050405020304" pitchFamily="18" charset="0"/>
                <a:cs typeface="Times New Roman" panose="02020603050405020304" pitchFamily="18" charset="0"/>
              </a:rPr>
              <a:t>	• </a:t>
            </a:r>
            <a:r>
              <a:rPr lang="en-US" sz="2200" dirty="0">
                <a:latin typeface="Times New Roman" panose="02020603050405020304" pitchFamily="18" charset="0"/>
                <a:cs typeface="Times New Roman" panose="02020603050405020304" pitchFamily="18" charset="0"/>
              </a:rPr>
              <a:t>Write messages to their future selves</a:t>
            </a:r>
            <a:br>
              <a:rPr lang="en-US" sz="2200" dirty="0">
                <a:latin typeface="Times New Roman" panose="02020603050405020304" pitchFamily="18" charset="0"/>
                <a:cs typeface="Times New Roman" panose="02020603050405020304" pitchFamily="18" charset="0"/>
              </a:rPr>
            </a:br>
            <a:r>
              <a:rPr lang="en-US" sz="2200" dirty="0" smtClean="0">
                <a:latin typeface="Times New Roman" panose="02020603050405020304" pitchFamily="18" charset="0"/>
                <a:cs typeface="Times New Roman" panose="02020603050405020304" pitchFamily="18" charset="0"/>
              </a:rPr>
              <a:t>	• </a:t>
            </a:r>
            <a:r>
              <a:rPr lang="en-US" sz="2200" dirty="0">
                <a:latin typeface="Times New Roman" panose="02020603050405020304" pitchFamily="18" charset="0"/>
                <a:cs typeface="Times New Roman" panose="02020603050405020304" pitchFamily="18" charset="0"/>
              </a:rPr>
              <a:t>Seal reflections in a digital vault</a:t>
            </a:r>
            <a:br>
              <a:rPr lang="en-US" sz="2200" dirty="0">
                <a:latin typeface="Times New Roman" panose="02020603050405020304" pitchFamily="18" charset="0"/>
                <a:cs typeface="Times New Roman" panose="02020603050405020304" pitchFamily="18" charset="0"/>
              </a:rPr>
            </a:br>
            <a:r>
              <a:rPr lang="en-US" sz="2200" dirty="0">
                <a:latin typeface="Times New Roman" panose="02020603050405020304" pitchFamily="18" charset="0"/>
                <a:cs typeface="Times New Roman" panose="02020603050405020304" pitchFamily="18" charset="0"/>
              </a:rPr>
              <a:t>	</a:t>
            </a:r>
            <a:r>
              <a:rPr lang="en-US" sz="2200" dirty="0" smtClean="0">
                <a:latin typeface="Times New Roman" panose="02020603050405020304" pitchFamily="18" charset="0"/>
                <a:cs typeface="Times New Roman" panose="02020603050405020304" pitchFamily="18" charset="0"/>
              </a:rPr>
              <a:t>• </a:t>
            </a:r>
            <a:r>
              <a:rPr lang="en-US" sz="2200" dirty="0">
                <a:latin typeface="Times New Roman" panose="02020603050405020304" pitchFamily="18" charset="0"/>
                <a:cs typeface="Times New Roman" panose="02020603050405020304" pitchFamily="18" charset="0"/>
              </a:rPr>
              <a:t>View reflection statistics such as weeks completed and average mood</a:t>
            </a:r>
          </a:p>
          <a:p>
            <a:r>
              <a:rPr lang="en-US" sz="2200" dirty="0">
                <a:latin typeface="Times New Roman" panose="02020603050405020304" pitchFamily="18" charset="0"/>
                <a:cs typeface="Times New Roman" panose="02020603050405020304" pitchFamily="18" charset="0"/>
              </a:rPr>
              <a:t>The system provides a clean, organized interface that encourages users to regularly reflect on their experiences.</a:t>
            </a:r>
          </a:p>
          <a:p>
            <a:endParaRPr lang="en-US" dirty="0"/>
          </a:p>
        </p:txBody>
      </p:sp>
      <p:sp>
        <p:nvSpPr>
          <p:cNvPr id="5" name="Date Placeholder 4">
            <a:extLst>
              <a:ext uri="{FF2B5EF4-FFF2-40B4-BE49-F238E27FC236}">
                <a16:creationId xmlns="" xmlns:a16="http://schemas.microsoft.com/office/drawing/2014/main" id="{DBF95472-1444-D525-21F0-49779A036CF4}"/>
              </a:ext>
            </a:extLst>
          </p:cNvPr>
          <p:cNvSpPr>
            <a:spLocks noGrp="1"/>
          </p:cNvSpPr>
          <p:nvPr>
            <p:ph type="dt" sz="half" idx="10"/>
          </p:nvPr>
        </p:nvSpPr>
        <p:spPr/>
        <p:txBody>
          <a:bodyPr/>
          <a:lstStyle/>
          <a:p>
            <a:fld id="{20A639D7-EAE1-7C4A-AC63-30DD6B16DE20}" type="datetime1">
              <a:rPr lang="en-IN" smtClean="0"/>
              <a:t>10-03-2026</a:t>
            </a:fld>
            <a:endParaRPr lang="en-US" dirty="0"/>
          </a:p>
        </p:txBody>
      </p:sp>
      <p:sp>
        <p:nvSpPr>
          <p:cNvPr id="6" name="Footer Placeholder 5">
            <a:extLst>
              <a:ext uri="{FF2B5EF4-FFF2-40B4-BE49-F238E27FC236}">
                <a16:creationId xmlns="" xmlns:a16="http://schemas.microsoft.com/office/drawing/2014/main" id="{F5E105F9-7400-1835-C4B4-B38C94DE631B}"/>
              </a:ext>
            </a:extLst>
          </p:cNvPr>
          <p:cNvSpPr>
            <a:spLocks noGrp="1"/>
          </p:cNvSpPr>
          <p:nvPr>
            <p:ph type="ftr" sz="quarter" idx="11"/>
          </p:nvPr>
        </p:nvSpPr>
        <p:spPr/>
        <p:txBody>
          <a:bodyPr/>
          <a:lstStyle/>
          <a:p>
            <a:r>
              <a:rPr lang="en-US" dirty="0"/>
              <a:t>173030211           Department of CSE</a:t>
            </a:r>
          </a:p>
        </p:txBody>
      </p:sp>
      <p:sp>
        <p:nvSpPr>
          <p:cNvPr id="7" name="Slide Number Placeholder 6">
            <a:extLst>
              <a:ext uri="{FF2B5EF4-FFF2-40B4-BE49-F238E27FC236}">
                <a16:creationId xmlns="" xmlns:a16="http://schemas.microsoft.com/office/drawing/2014/main" id="{F9D399E1-BA43-10D5-C92A-C058676C1ABA}"/>
              </a:ext>
            </a:extLst>
          </p:cNvPr>
          <p:cNvSpPr>
            <a:spLocks noGrp="1"/>
          </p:cNvSpPr>
          <p:nvPr>
            <p:ph type="sldNum" sz="quarter" idx="12"/>
          </p:nvPr>
        </p:nvSpPr>
        <p:spPr/>
        <p:txBody>
          <a:bodyPr/>
          <a:lstStyle/>
          <a:p>
            <a:fld id="{B961B71F-4B40-8942-BB88-E0F5C0B46E10}" type="slidenum">
              <a:rPr lang="en-US" smtClean="0"/>
              <a:t>5</a:t>
            </a:fld>
            <a:endParaRPr lang="en-US"/>
          </a:p>
        </p:txBody>
      </p:sp>
    </p:spTree>
    <p:extLst>
      <p:ext uri="{BB962C8B-B14F-4D97-AF65-F5344CB8AC3E}">
        <p14:creationId xmlns:p14="http://schemas.microsoft.com/office/powerpoint/2010/main" val="320548486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47DA1740-4A22-BB35-FC5B-E9B78149554C}"/>
            </a:ext>
          </a:extLst>
        </p:cNvPr>
        <p:cNvGrpSpPr/>
        <p:nvPr/>
      </p:nvGrpSpPr>
      <p:grpSpPr>
        <a:xfrm>
          <a:off x="0" y="0"/>
          <a:ext cx="0" cy="0"/>
          <a:chOff x="0" y="0"/>
          <a:chExt cx="0" cy="0"/>
        </a:xfrm>
      </p:grpSpPr>
      <p:sp>
        <p:nvSpPr>
          <p:cNvPr id="8" name="Title 7">
            <a:extLst>
              <a:ext uri="{FF2B5EF4-FFF2-40B4-BE49-F238E27FC236}">
                <a16:creationId xmlns="" xmlns:a16="http://schemas.microsoft.com/office/drawing/2014/main" id="{C17383E4-A635-5D2C-0BA9-6A9D4A506E92}"/>
              </a:ext>
            </a:extLst>
          </p:cNvPr>
          <p:cNvSpPr>
            <a:spLocks noGrp="1"/>
          </p:cNvSpPr>
          <p:nvPr>
            <p:ph type="title"/>
          </p:nvPr>
        </p:nvSpPr>
        <p:spPr>
          <a:xfrm>
            <a:off x="1180618" y="365125"/>
            <a:ext cx="10173182" cy="1128009"/>
          </a:xfrm>
        </p:spPr>
        <p:txBody>
          <a:bodyPr/>
          <a:lstStyle/>
          <a:p>
            <a:pPr algn="ctr"/>
            <a:r>
              <a:rPr lang="en-US" b="1" dirty="0"/>
              <a:t>System Architecture</a:t>
            </a:r>
          </a:p>
        </p:txBody>
      </p:sp>
      <p:sp>
        <p:nvSpPr>
          <p:cNvPr id="5" name="Date Placeholder 4">
            <a:extLst>
              <a:ext uri="{FF2B5EF4-FFF2-40B4-BE49-F238E27FC236}">
                <a16:creationId xmlns="" xmlns:a16="http://schemas.microsoft.com/office/drawing/2014/main" id="{ABAD3843-97BD-682A-B84E-8FDB1825801E}"/>
              </a:ext>
            </a:extLst>
          </p:cNvPr>
          <p:cNvSpPr>
            <a:spLocks noGrp="1"/>
          </p:cNvSpPr>
          <p:nvPr>
            <p:ph type="dt" sz="half" idx="10"/>
          </p:nvPr>
        </p:nvSpPr>
        <p:spPr/>
        <p:txBody>
          <a:bodyPr/>
          <a:lstStyle/>
          <a:p>
            <a:fld id="{20A639D7-EAE1-7C4A-AC63-30DD6B16DE20}" type="datetime1">
              <a:rPr lang="en-IN" smtClean="0"/>
              <a:t>10-03-2026</a:t>
            </a:fld>
            <a:endParaRPr lang="en-US"/>
          </a:p>
        </p:txBody>
      </p:sp>
      <p:sp>
        <p:nvSpPr>
          <p:cNvPr id="6" name="Footer Placeholder 5">
            <a:extLst>
              <a:ext uri="{FF2B5EF4-FFF2-40B4-BE49-F238E27FC236}">
                <a16:creationId xmlns="" xmlns:a16="http://schemas.microsoft.com/office/drawing/2014/main" id="{8AA237BD-B76F-738D-5648-B271AAD57998}"/>
              </a:ext>
            </a:extLst>
          </p:cNvPr>
          <p:cNvSpPr>
            <a:spLocks noGrp="1"/>
          </p:cNvSpPr>
          <p:nvPr>
            <p:ph type="ftr" sz="quarter" idx="11"/>
          </p:nvPr>
        </p:nvSpPr>
        <p:spPr/>
        <p:txBody>
          <a:bodyPr/>
          <a:lstStyle/>
          <a:p>
            <a:r>
              <a:rPr lang="en-US" dirty="0"/>
              <a:t>173030211           Department of CSE</a:t>
            </a:r>
          </a:p>
        </p:txBody>
      </p:sp>
      <p:sp>
        <p:nvSpPr>
          <p:cNvPr id="7" name="Slide Number Placeholder 6">
            <a:extLst>
              <a:ext uri="{FF2B5EF4-FFF2-40B4-BE49-F238E27FC236}">
                <a16:creationId xmlns="" xmlns:a16="http://schemas.microsoft.com/office/drawing/2014/main" id="{27B2409B-FFAD-25CD-834C-0C2CA4A71B30}"/>
              </a:ext>
            </a:extLst>
          </p:cNvPr>
          <p:cNvSpPr>
            <a:spLocks noGrp="1"/>
          </p:cNvSpPr>
          <p:nvPr>
            <p:ph type="sldNum" sz="quarter" idx="12"/>
          </p:nvPr>
        </p:nvSpPr>
        <p:spPr/>
        <p:txBody>
          <a:bodyPr/>
          <a:lstStyle/>
          <a:p>
            <a:fld id="{B961B71F-4B40-8942-BB88-E0F5C0B46E10}" type="slidenum">
              <a:rPr lang="en-US" smtClean="0"/>
              <a:t>6</a:t>
            </a:fld>
            <a:endParaRPr lang="en-US"/>
          </a:p>
        </p:txBody>
      </p:sp>
      <p:pic>
        <p:nvPicPr>
          <p:cNvPr id="4098"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406943" y="1306879"/>
            <a:ext cx="7877908" cy="5049471"/>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a:extLst>
            <a:ext uri="{909E8E84-426E-40DD-AFC4-6F175D3DCCD1}">
              <a14:hiddenFill xmlns:a14="http://schemas.microsoft.com/office/drawing/2010/main">
                <a:solidFill>
                  <a:schemeClr val="accent1"/>
                </a:solidFill>
              </a14:hiddenFill>
            </a:ext>
          </a:extLst>
        </p:spPr>
      </p:pic>
    </p:spTree>
    <p:extLst>
      <p:ext uri="{BB962C8B-B14F-4D97-AF65-F5344CB8AC3E}">
        <p14:creationId xmlns:p14="http://schemas.microsoft.com/office/powerpoint/2010/main" val="348901114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6A103485-1CDC-6A29-86F1-EC5F9BB7E72B}"/>
            </a:ext>
          </a:extLst>
        </p:cNvPr>
        <p:cNvGrpSpPr/>
        <p:nvPr/>
      </p:nvGrpSpPr>
      <p:grpSpPr>
        <a:xfrm>
          <a:off x="0" y="0"/>
          <a:ext cx="0" cy="0"/>
          <a:chOff x="0" y="0"/>
          <a:chExt cx="0" cy="0"/>
        </a:xfrm>
      </p:grpSpPr>
      <p:sp>
        <p:nvSpPr>
          <p:cNvPr id="8" name="Title 7">
            <a:extLst>
              <a:ext uri="{FF2B5EF4-FFF2-40B4-BE49-F238E27FC236}">
                <a16:creationId xmlns="" xmlns:a16="http://schemas.microsoft.com/office/drawing/2014/main" id="{2F8E0586-CE85-480D-585E-FCD3C3448CF2}"/>
              </a:ext>
            </a:extLst>
          </p:cNvPr>
          <p:cNvSpPr>
            <a:spLocks noGrp="1"/>
          </p:cNvSpPr>
          <p:nvPr>
            <p:ph type="title"/>
          </p:nvPr>
        </p:nvSpPr>
        <p:spPr>
          <a:xfrm>
            <a:off x="1180618" y="365125"/>
            <a:ext cx="10173182" cy="1128009"/>
          </a:xfrm>
        </p:spPr>
        <p:txBody>
          <a:bodyPr/>
          <a:lstStyle/>
          <a:p>
            <a:pPr algn="ctr"/>
            <a:r>
              <a:rPr lang="en-US" b="1" dirty="0"/>
              <a:t>Project Modules</a:t>
            </a:r>
          </a:p>
        </p:txBody>
      </p:sp>
      <p:sp>
        <p:nvSpPr>
          <p:cNvPr id="9" name="Content Placeholder 8">
            <a:extLst>
              <a:ext uri="{FF2B5EF4-FFF2-40B4-BE49-F238E27FC236}">
                <a16:creationId xmlns="" xmlns:a16="http://schemas.microsoft.com/office/drawing/2014/main" id="{1890F206-B37F-761D-F471-0BF91F889799}"/>
              </a:ext>
            </a:extLst>
          </p:cNvPr>
          <p:cNvSpPr>
            <a:spLocks noGrp="1"/>
          </p:cNvSpPr>
          <p:nvPr>
            <p:ph idx="1"/>
          </p:nvPr>
        </p:nvSpPr>
        <p:spPr/>
        <p:txBody>
          <a:bodyPr>
            <a:noAutofit/>
          </a:bodyPr>
          <a:lstStyle/>
          <a:p>
            <a:pPr marL="0" indent="0">
              <a:buNone/>
            </a:pPr>
            <a:r>
              <a:rPr lang="en-US" sz="2200" b="1" dirty="0">
                <a:latin typeface="Times New Roman" panose="02020603050405020304" pitchFamily="18" charset="0"/>
                <a:cs typeface="Times New Roman" panose="02020603050405020304" pitchFamily="18" charset="0"/>
              </a:rPr>
              <a:t>1. Authentication Module</a:t>
            </a:r>
          </a:p>
          <a:p>
            <a:r>
              <a:rPr lang="en-US" sz="2200" dirty="0">
                <a:latin typeface="Times New Roman" panose="02020603050405020304" pitchFamily="18" charset="0"/>
                <a:cs typeface="Times New Roman" panose="02020603050405020304" pitchFamily="18" charset="0"/>
              </a:rPr>
              <a:t>Allows users to enter their reflection space using email credentials. The system verifies the email format and loads the personal journal interface.</a:t>
            </a:r>
          </a:p>
          <a:p>
            <a:pPr marL="0" indent="0">
              <a:buNone/>
            </a:pPr>
            <a:r>
              <a:rPr lang="en-US" sz="2200" b="1" dirty="0">
                <a:latin typeface="Times New Roman" panose="02020603050405020304" pitchFamily="18" charset="0"/>
                <a:cs typeface="Times New Roman" panose="02020603050405020304" pitchFamily="18" charset="0"/>
              </a:rPr>
              <a:t>2. </a:t>
            </a:r>
            <a:r>
              <a:rPr lang="en-US" sz="2200" b="1" dirty="0" smtClean="0">
                <a:latin typeface="Times New Roman" panose="02020603050405020304" pitchFamily="18" charset="0"/>
                <a:cs typeface="Times New Roman" panose="02020603050405020304" pitchFamily="18" charset="0"/>
              </a:rPr>
              <a:t>Weekly Reflection Module </a:t>
            </a:r>
            <a:r>
              <a:rPr lang="en-US" sz="2200" b="1" dirty="0">
                <a:latin typeface="Times New Roman" panose="02020603050405020304" pitchFamily="18" charset="0"/>
                <a:cs typeface="Times New Roman" panose="02020603050405020304" pitchFamily="18" charset="0"/>
              </a:rPr>
              <a:t>(The Ritual)</a:t>
            </a:r>
          </a:p>
          <a:p>
            <a:r>
              <a:rPr lang="en-US" sz="2200" dirty="0">
                <a:latin typeface="Times New Roman" panose="02020603050405020304" pitchFamily="18" charset="0"/>
                <a:cs typeface="Times New Roman" panose="02020603050405020304" pitchFamily="18" charset="0"/>
              </a:rPr>
              <a:t>This module provides structured reflection prompts such as:</a:t>
            </a:r>
          </a:p>
          <a:p>
            <a:pPr marL="0" indent="0">
              <a:buNone/>
            </a:pPr>
            <a:r>
              <a:rPr lang="en-US" sz="2200" dirty="0" smtClean="0">
                <a:latin typeface="Times New Roman" panose="02020603050405020304" pitchFamily="18" charset="0"/>
                <a:cs typeface="Times New Roman" panose="02020603050405020304" pitchFamily="18" charset="0"/>
              </a:rPr>
              <a:t>	• </a:t>
            </a:r>
            <a:r>
              <a:rPr lang="en-US" sz="2200" dirty="0">
                <a:latin typeface="Times New Roman" panose="02020603050405020304" pitchFamily="18" charset="0"/>
                <a:cs typeface="Times New Roman" panose="02020603050405020304" pitchFamily="18" charset="0"/>
              </a:rPr>
              <a:t>One word to define the week</a:t>
            </a:r>
            <a:br>
              <a:rPr lang="en-US" sz="2200" dirty="0">
                <a:latin typeface="Times New Roman" panose="02020603050405020304" pitchFamily="18" charset="0"/>
                <a:cs typeface="Times New Roman" panose="02020603050405020304" pitchFamily="18" charset="0"/>
              </a:rPr>
            </a:br>
            <a:r>
              <a:rPr lang="en-US" sz="2200" dirty="0" smtClean="0">
                <a:latin typeface="Times New Roman" panose="02020603050405020304" pitchFamily="18" charset="0"/>
                <a:cs typeface="Times New Roman" panose="02020603050405020304" pitchFamily="18" charset="0"/>
              </a:rPr>
              <a:t>	• </a:t>
            </a:r>
            <a:r>
              <a:rPr lang="en-US" sz="2200" dirty="0">
                <a:latin typeface="Times New Roman" panose="02020603050405020304" pitchFamily="18" charset="0"/>
                <a:cs typeface="Times New Roman" panose="02020603050405020304" pitchFamily="18" charset="0"/>
              </a:rPr>
              <a:t>The heaviest challenge faced</a:t>
            </a:r>
            <a:br>
              <a:rPr lang="en-US" sz="2200" dirty="0">
                <a:latin typeface="Times New Roman" panose="02020603050405020304" pitchFamily="18" charset="0"/>
                <a:cs typeface="Times New Roman" panose="02020603050405020304" pitchFamily="18" charset="0"/>
              </a:rPr>
            </a:br>
            <a:r>
              <a:rPr lang="en-US" sz="2200" dirty="0" smtClean="0">
                <a:latin typeface="Times New Roman" panose="02020603050405020304" pitchFamily="18" charset="0"/>
                <a:cs typeface="Times New Roman" panose="02020603050405020304" pitchFamily="18" charset="0"/>
              </a:rPr>
              <a:t>	• </a:t>
            </a:r>
            <a:r>
              <a:rPr lang="en-US" sz="2200" dirty="0">
                <a:latin typeface="Times New Roman" panose="02020603050405020304" pitchFamily="18" charset="0"/>
                <a:cs typeface="Times New Roman" panose="02020603050405020304" pitchFamily="18" charset="0"/>
              </a:rPr>
              <a:t>Something the user survived</a:t>
            </a:r>
            <a:br>
              <a:rPr lang="en-US" sz="2200" dirty="0">
                <a:latin typeface="Times New Roman" panose="02020603050405020304" pitchFamily="18" charset="0"/>
                <a:cs typeface="Times New Roman" panose="02020603050405020304" pitchFamily="18" charset="0"/>
              </a:rPr>
            </a:br>
            <a:r>
              <a:rPr lang="en-US" sz="2200" dirty="0" smtClean="0">
                <a:latin typeface="Times New Roman" panose="02020603050405020304" pitchFamily="18" charset="0"/>
                <a:cs typeface="Times New Roman" panose="02020603050405020304" pitchFamily="18" charset="0"/>
              </a:rPr>
              <a:t>	• </a:t>
            </a:r>
            <a:r>
              <a:rPr lang="en-US" sz="2200" dirty="0">
                <a:latin typeface="Times New Roman" panose="02020603050405020304" pitchFamily="18" charset="0"/>
                <a:cs typeface="Times New Roman" panose="02020603050405020304" pitchFamily="18" charset="0"/>
              </a:rPr>
              <a:t>What made the user feel alive</a:t>
            </a:r>
            <a:br>
              <a:rPr lang="en-US" sz="2200" dirty="0">
                <a:latin typeface="Times New Roman" panose="02020603050405020304" pitchFamily="18" charset="0"/>
                <a:cs typeface="Times New Roman" panose="02020603050405020304" pitchFamily="18" charset="0"/>
              </a:rPr>
            </a:br>
            <a:r>
              <a:rPr lang="en-US" sz="2200" dirty="0" smtClean="0">
                <a:latin typeface="Times New Roman" panose="02020603050405020304" pitchFamily="18" charset="0"/>
                <a:cs typeface="Times New Roman" panose="02020603050405020304" pitchFamily="18" charset="0"/>
              </a:rPr>
              <a:t>	• </a:t>
            </a:r>
            <a:r>
              <a:rPr lang="en-US" sz="2200" dirty="0">
                <a:latin typeface="Times New Roman" panose="02020603050405020304" pitchFamily="18" charset="0"/>
                <a:cs typeface="Times New Roman" panose="02020603050405020304" pitchFamily="18" charset="0"/>
              </a:rPr>
              <a:t>Who they supported during the week</a:t>
            </a:r>
          </a:p>
          <a:p>
            <a:r>
              <a:rPr lang="en-US" sz="2200" dirty="0">
                <a:latin typeface="Times New Roman" panose="02020603050405020304" pitchFamily="18" charset="0"/>
                <a:cs typeface="Times New Roman" panose="02020603050405020304" pitchFamily="18" charset="0"/>
              </a:rPr>
              <a:t>Users also rate their weekly mood.</a:t>
            </a:r>
          </a:p>
          <a:p>
            <a:endParaRPr lang="en-US" sz="2200" dirty="0"/>
          </a:p>
        </p:txBody>
      </p:sp>
      <p:sp>
        <p:nvSpPr>
          <p:cNvPr id="5" name="Date Placeholder 4">
            <a:extLst>
              <a:ext uri="{FF2B5EF4-FFF2-40B4-BE49-F238E27FC236}">
                <a16:creationId xmlns="" xmlns:a16="http://schemas.microsoft.com/office/drawing/2014/main" id="{919FF571-AABB-DBF0-2720-7F01DFDDF1CF}"/>
              </a:ext>
            </a:extLst>
          </p:cNvPr>
          <p:cNvSpPr>
            <a:spLocks noGrp="1"/>
          </p:cNvSpPr>
          <p:nvPr>
            <p:ph type="dt" sz="half" idx="10"/>
          </p:nvPr>
        </p:nvSpPr>
        <p:spPr/>
        <p:txBody>
          <a:bodyPr/>
          <a:lstStyle/>
          <a:p>
            <a:fld id="{20A639D7-EAE1-7C4A-AC63-30DD6B16DE20}" type="datetime1">
              <a:rPr lang="en-IN" smtClean="0"/>
              <a:t>10-03-2026</a:t>
            </a:fld>
            <a:endParaRPr lang="en-US"/>
          </a:p>
        </p:txBody>
      </p:sp>
      <p:sp>
        <p:nvSpPr>
          <p:cNvPr id="6" name="Footer Placeholder 5">
            <a:extLst>
              <a:ext uri="{FF2B5EF4-FFF2-40B4-BE49-F238E27FC236}">
                <a16:creationId xmlns="" xmlns:a16="http://schemas.microsoft.com/office/drawing/2014/main" id="{ECAF6678-7BBF-2FBC-8619-C887BD26D4FF}"/>
              </a:ext>
            </a:extLst>
          </p:cNvPr>
          <p:cNvSpPr>
            <a:spLocks noGrp="1"/>
          </p:cNvSpPr>
          <p:nvPr>
            <p:ph type="ftr" sz="quarter" idx="11"/>
          </p:nvPr>
        </p:nvSpPr>
        <p:spPr/>
        <p:txBody>
          <a:bodyPr/>
          <a:lstStyle/>
          <a:p>
            <a:r>
              <a:rPr lang="en-US" dirty="0"/>
              <a:t>173030211           Department of CSE</a:t>
            </a:r>
          </a:p>
        </p:txBody>
      </p:sp>
      <p:sp>
        <p:nvSpPr>
          <p:cNvPr id="7" name="Slide Number Placeholder 6">
            <a:extLst>
              <a:ext uri="{FF2B5EF4-FFF2-40B4-BE49-F238E27FC236}">
                <a16:creationId xmlns="" xmlns:a16="http://schemas.microsoft.com/office/drawing/2014/main" id="{E45A9859-4671-FF5D-1356-4CDA5C5CDEA3}"/>
              </a:ext>
            </a:extLst>
          </p:cNvPr>
          <p:cNvSpPr>
            <a:spLocks noGrp="1"/>
          </p:cNvSpPr>
          <p:nvPr>
            <p:ph type="sldNum" sz="quarter" idx="12"/>
          </p:nvPr>
        </p:nvSpPr>
        <p:spPr/>
        <p:txBody>
          <a:bodyPr/>
          <a:lstStyle/>
          <a:p>
            <a:fld id="{B961B71F-4B40-8942-BB88-E0F5C0B46E10}" type="slidenum">
              <a:rPr lang="en-US" smtClean="0"/>
              <a:t>7</a:t>
            </a:fld>
            <a:endParaRPr lang="en-US"/>
          </a:p>
        </p:txBody>
      </p:sp>
    </p:spTree>
    <p:extLst>
      <p:ext uri="{BB962C8B-B14F-4D97-AF65-F5344CB8AC3E}">
        <p14:creationId xmlns:p14="http://schemas.microsoft.com/office/powerpoint/2010/main" val="407296568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6A103485-1CDC-6A29-86F1-EC5F9BB7E72B}"/>
            </a:ext>
          </a:extLst>
        </p:cNvPr>
        <p:cNvGrpSpPr/>
        <p:nvPr/>
      </p:nvGrpSpPr>
      <p:grpSpPr>
        <a:xfrm>
          <a:off x="0" y="0"/>
          <a:ext cx="0" cy="0"/>
          <a:chOff x="0" y="0"/>
          <a:chExt cx="0" cy="0"/>
        </a:xfrm>
      </p:grpSpPr>
      <p:sp>
        <p:nvSpPr>
          <p:cNvPr id="9" name="Content Placeholder 8">
            <a:extLst>
              <a:ext uri="{FF2B5EF4-FFF2-40B4-BE49-F238E27FC236}">
                <a16:creationId xmlns="" xmlns:a16="http://schemas.microsoft.com/office/drawing/2014/main" id="{1890F206-B37F-761D-F471-0BF91F889799}"/>
              </a:ext>
            </a:extLst>
          </p:cNvPr>
          <p:cNvSpPr>
            <a:spLocks noGrp="1"/>
          </p:cNvSpPr>
          <p:nvPr>
            <p:ph idx="1"/>
          </p:nvPr>
        </p:nvSpPr>
        <p:spPr/>
        <p:txBody>
          <a:bodyPr>
            <a:noAutofit/>
          </a:bodyPr>
          <a:lstStyle/>
          <a:p>
            <a:pPr marL="0" indent="0">
              <a:buNone/>
            </a:pPr>
            <a:r>
              <a:rPr lang="en-US" sz="2200" b="1" dirty="0">
                <a:latin typeface="Times New Roman" panose="02020603050405020304" pitchFamily="18" charset="0"/>
                <a:cs typeface="Times New Roman" panose="02020603050405020304" pitchFamily="18" charset="0"/>
              </a:rPr>
              <a:t>3. Emotional Archive Module</a:t>
            </a:r>
          </a:p>
          <a:p>
            <a:r>
              <a:rPr lang="en-US" sz="2200" dirty="0">
                <a:latin typeface="Times New Roman" panose="02020603050405020304" pitchFamily="18" charset="0"/>
                <a:cs typeface="Times New Roman" panose="02020603050405020304" pitchFamily="18" charset="0"/>
              </a:rPr>
              <a:t>Displays reflection statistics such as:</a:t>
            </a:r>
          </a:p>
          <a:p>
            <a:pPr marL="0" indent="0">
              <a:buNone/>
            </a:pPr>
            <a:r>
              <a:rPr lang="en-US" sz="2200" dirty="0" smtClean="0">
                <a:latin typeface="Times New Roman" panose="02020603050405020304" pitchFamily="18" charset="0"/>
                <a:cs typeface="Times New Roman" panose="02020603050405020304" pitchFamily="18" charset="0"/>
              </a:rPr>
              <a:t>	• </a:t>
            </a:r>
            <a:r>
              <a:rPr lang="en-US" sz="2200" dirty="0">
                <a:latin typeface="Times New Roman" panose="02020603050405020304" pitchFamily="18" charset="0"/>
                <a:cs typeface="Times New Roman" panose="02020603050405020304" pitchFamily="18" charset="0"/>
              </a:rPr>
              <a:t>Total weeks recorded</a:t>
            </a:r>
            <a:br>
              <a:rPr lang="en-US" sz="2200" dirty="0">
                <a:latin typeface="Times New Roman" panose="02020603050405020304" pitchFamily="18" charset="0"/>
                <a:cs typeface="Times New Roman" panose="02020603050405020304" pitchFamily="18" charset="0"/>
              </a:rPr>
            </a:br>
            <a:r>
              <a:rPr lang="en-US" sz="2200" dirty="0" smtClean="0">
                <a:latin typeface="Times New Roman" panose="02020603050405020304" pitchFamily="18" charset="0"/>
                <a:cs typeface="Times New Roman" panose="02020603050405020304" pitchFamily="18" charset="0"/>
              </a:rPr>
              <a:t>	• </a:t>
            </a:r>
            <a:r>
              <a:rPr lang="en-US" sz="2200" dirty="0">
                <a:latin typeface="Times New Roman" panose="02020603050405020304" pitchFamily="18" charset="0"/>
                <a:cs typeface="Times New Roman" panose="02020603050405020304" pitchFamily="18" charset="0"/>
              </a:rPr>
              <a:t>Reflection streak</a:t>
            </a:r>
            <a:br>
              <a:rPr lang="en-US" sz="2200" dirty="0">
                <a:latin typeface="Times New Roman" panose="02020603050405020304" pitchFamily="18" charset="0"/>
                <a:cs typeface="Times New Roman" panose="02020603050405020304" pitchFamily="18" charset="0"/>
              </a:rPr>
            </a:br>
            <a:r>
              <a:rPr lang="en-US" sz="2200" dirty="0" smtClean="0">
                <a:latin typeface="Times New Roman" panose="02020603050405020304" pitchFamily="18" charset="0"/>
                <a:cs typeface="Times New Roman" panose="02020603050405020304" pitchFamily="18" charset="0"/>
              </a:rPr>
              <a:t>	• </a:t>
            </a:r>
            <a:r>
              <a:rPr lang="en-US" sz="2200" dirty="0">
                <a:latin typeface="Times New Roman" panose="02020603050405020304" pitchFamily="18" charset="0"/>
                <a:cs typeface="Times New Roman" panose="02020603050405020304" pitchFamily="18" charset="0"/>
              </a:rPr>
              <a:t>Average mood rating</a:t>
            </a:r>
          </a:p>
          <a:p>
            <a:r>
              <a:rPr lang="en-US" sz="2200" dirty="0">
                <a:latin typeface="Times New Roman" panose="02020603050405020304" pitchFamily="18" charset="0"/>
                <a:cs typeface="Times New Roman" panose="02020603050405020304" pitchFamily="18" charset="0"/>
              </a:rPr>
              <a:t>This helps users track emotional progress over time.</a:t>
            </a:r>
          </a:p>
          <a:p>
            <a:pPr marL="0" indent="0">
              <a:buNone/>
            </a:pPr>
            <a:r>
              <a:rPr lang="en-US" sz="2200" b="1" dirty="0">
                <a:latin typeface="Times New Roman" panose="02020603050405020304" pitchFamily="18" charset="0"/>
                <a:cs typeface="Times New Roman" panose="02020603050405020304" pitchFamily="18" charset="0"/>
              </a:rPr>
              <a:t>4. Vault Module</a:t>
            </a:r>
          </a:p>
          <a:p>
            <a:r>
              <a:rPr lang="en-US" sz="2200" dirty="0">
                <a:latin typeface="Times New Roman" panose="02020603050405020304" pitchFamily="18" charset="0"/>
                <a:cs typeface="Times New Roman" panose="02020603050405020304" pitchFamily="18" charset="0"/>
              </a:rPr>
              <a:t>Stores sealed reflection entries in a digital time capsule. Entries remain locked until the next month and can then be accessed by the user.</a:t>
            </a:r>
          </a:p>
          <a:p>
            <a:endParaRPr lang="en-US" sz="2200" dirty="0">
              <a:latin typeface="Times New Roman" panose="02020603050405020304" pitchFamily="18" charset="0"/>
              <a:cs typeface="Times New Roman" panose="02020603050405020304" pitchFamily="18" charset="0"/>
            </a:endParaRPr>
          </a:p>
        </p:txBody>
      </p:sp>
      <p:sp>
        <p:nvSpPr>
          <p:cNvPr id="5" name="Date Placeholder 4">
            <a:extLst>
              <a:ext uri="{FF2B5EF4-FFF2-40B4-BE49-F238E27FC236}">
                <a16:creationId xmlns="" xmlns:a16="http://schemas.microsoft.com/office/drawing/2014/main" id="{919FF571-AABB-DBF0-2720-7F01DFDDF1CF}"/>
              </a:ext>
            </a:extLst>
          </p:cNvPr>
          <p:cNvSpPr>
            <a:spLocks noGrp="1"/>
          </p:cNvSpPr>
          <p:nvPr>
            <p:ph type="dt" sz="half" idx="10"/>
          </p:nvPr>
        </p:nvSpPr>
        <p:spPr/>
        <p:txBody>
          <a:bodyPr/>
          <a:lstStyle/>
          <a:p>
            <a:fld id="{20A639D7-EAE1-7C4A-AC63-30DD6B16DE20}" type="datetime1">
              <a:rPr lang="en-IN" smtClean="0"/>
              <a:t>10-03-2026</a:t>
            </a:fld>
            <a:endParaRPr lang="en-US"/>
          </a:p>
        </p:txBody>
      </p:sp>
      <p:sp>
        <p:nvSpPr>
          <p:cNvPr id="6" name="Footer Placeholder 5">
            <a:extLst>
              <a:ext uri="{FF2B5EF4-FFF2-40B4-BE49-F238E27FC236}">
                <a16:creationId xmlns="" xmlns:a16="http://schemas.microsoft.com/office/drawing/2014/main" id="{ECAF6678-7BBF-2FBC-8619-C887BD26D4FF}"/>
              </a:ext>
            </a:extLst>
          </p:cNvPr>
          <p:cNvSpPr>
            <a:spLocks noGrp="1"/>
          </p:cNvSpPr>
          <p:nvPr>
            <p:ph type="ftr" sz="quarter" idx="11"/>
          </p:nvPr>
        </p:nvSpPr>
        <p:spPr/>
        <p:txBody>
          <a:bodyPr/>
          <a:lstStyle/>
          <a:p>
            <a:r>
              <a:rPr lang="en-US" dirty="0"/>
              <a:t>173030211           Department of CSE</a:t>
            </a:r>
          </a:p>
        </p:txBody>
      </p:sp>
      <p:sp>
        <p:nvSpPr>
          <p:cNvPr id="7" name="Slide Number Placeholder 6">
            <a:extLst>
              <a:ext uri="{FF2B5EF4-FFF2-40B4-BE49-F238E27FC236}">
                <a16:creationId xmlns="" xmlns:a16="http://schemas.microsoft.com/office/drawing/2014/main" id="{E45A9859-4671-FF5D-1356-4CDA5C5CDEA3}"/>
              </a:ext>
            </a:extLst>
          </p:cNvPr>
          <p:cNvSpPr>
            <a:spLocks noGrp="1"/>
          </p:cNvSpPr>
          <p:nvPr>
            <p:ph type="sldNum" sz="quarter" idx="12"/>
          </p:nvPr>
        </p:nvSpPr>
        <p:spPr/>
        <p:txBody>
          <a:bodyPr/>
          <a:lstStyle/>
          <a:p>
            <a:fld id="{B961B71F-4B40-8942-BB88-E0F5C0B46E10}" type="slidenum">
              <a:rPr lang="en-US" smtClean="0"/>
              <a:t>8</a:t>
            </a:fld>
            <a:endParaRPr lang="en-US"/>
          </a:p>
        </p:txBody>
      </p:sp>
    </p:spTree>
    <p:extLst>
      <p:ext uri="{BB962C8B-B14F-4D97-AF65-F5344CB8AC3E}">
        <p14:creationId xmlns:p14="http://schemas.microsoft.com/office/powerpoint/2010/main" val="174536965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81173125-DE57-89FD-81B9-AA8B783FC877}"/>
            </a:ext>
          </a:extLst>
        </p:cNvPr>
        <p:cNvGrpSpPr/>
        <p:nvPr/>
      </p:nvGrpSpPr>
      <p:grpSpPr>
        <a:xfrm>
          <a:off x="0" y="0"/>
          <a:ext cx="0" cy="0"/>
          <a:chOff x="0" y="0"/>
          <a:chExt cx="0" cy="0"/>
        </a:xfrm>
      </p:grpSpPr>
      <p:sp>
        <p:nvSpPr>
          <p:cNvPr id="8" name="Title 7">
            <a:extLst>
              <a:ext uri="{FF2B5EF4-FFF2-40B4-BE49-F238E27FC236}">
                <a16:creationId xmlns="" xmlns:a16="http://schemas.microsoft.com/office/drawing/2014/main" id="{787EB9E5-2196-BA25-5BC0-0ADC2050CEF9}"/>
              </a:ext>
            </a:extLst>
          </p:cNvPr>
          <p:cNvSpPr>
            <a:spLocks noGrp="1"/>
          </p:cNvSpPr>
          <p:nvPr>
            <p:ph type="title"/>
          </p:nvPr>
        </p:nvSpPr>
        <p:spPr>
          <a:xfrm>
            <a:off x="1180618" y="365125"/>
            <a:ext cx="10173182" cy="1128009"/>
          </a:xfrm>
        </p:spPr>
        <p:txBody>
          <a:bodyPr/>
          <a:lstStyle/>
          <a:p>
            <a:pPr algn="ctr"/>
            <a:r>
              <a:rPr lang="en-US" b="1" dirty="0"/>
              <a:t>Objectives</a:t>
            </a:r>
          </a:p>
        </p:txBody>
      </p:sp>
      <p:sp>
        <p:nvSpPr>
          <p:cNvPr id="9" name="Content Placeholder 8">
            <a:extLst>
              <a:ext uri="{FF2B5EF4-FFF2-40B4-BE49-F238E27FC236}">
                <a16:creationId xmlns="" xmlns:a16="http://schemas.microsoft.com/office/drawing/2014/main" id="{363C44B8-E8B6-5D9D-90FF-ECD825D72DFC}"/>
              </a:ext>
            </a:extLst>
          </p:cNvPr>
          <p:cNvSpPr>
            <a:spLocks noGrp="1"/>
          </p:cNvSpPr>
          <p:nvPr>
            <p:ph idx="1"/>
          </p:nvPr>
        </p:nvSpPr>
        <p:spPr/>
        <p:txBody>
          <a:bodyPr>
            <a:normAutofit/>
          </a:bodyPr>
          <a:lstStyle/>
          <a:p>
            <a:pPr marL="0" indent="0">
              <a:buNone/>
            </a:pPr>
            <a:r>
              <a:rPr lang="en-US" sz="2200" dirty="0">
                <a:latin typeface="Times New Roman" panose="02020603050405020304" pitchFamily="18" charset="0"/>
                <a:cs typeface="Times New Roman" panose="02020603050405020304" pitchFamily="18" charset="0"/>
              </a:rPr>
              <a:t>The main objectives of the </a:t>
            </a:r>
            <a:r>
              <a:rPr lang="en-US" sz="2200" b="1" dirty="0">
                <a:latin typeface="Times New Roman" panose="02020603050405020304" pitchFamily="18" charset="0"/>
                <a:cs typeface="Times New Roman" panose="02020603050405020304" pitchFamily="18" charset="0"/>
              </a:rPr>
              <a:t>UNMUTE</a:t>
            </a:r>
            <a:r>
              <a:rPr lang="en-US" sz="2200" dirty="0">
                <a:latin typeface="Times New Roman" panose="02020603050405020304" pitchFamily="18" charset="0"/>
                <a:cs typeface="Times New Roman" panose="02020603050405020304" pitchFamily="18" charset="0"/>
              </a:rPr>
              <a:t> application are:</a:t>
            </a:r>
          </a:p>
          <a:p>
            <a:pPr marL="0" indent="0">
              <a:buNone/>
            </a:pPr>
            <a:r>
              <a:rPr lang="en-US" sz="2200" dirty="0" smtClean="0">
                <a:latin typeface="Times New Roman" panose="02020603050405020304" pitchFamily="18" charset="0"/>
                <a:cs typeface="Times New Roman" panose="02020603050405020304" pitchFamily="18" charset="0"/>
              </a:rPr>
              <a:t>	• </a:t>
            </a:r>
            <a:r>
              <a:rPr lang="en-US" sz="2200" dirty="0">
                <a:latin typeface="Times New Roman" panose="02020603050405020304" pitchFamily="18" charset="0"/>
                <a:cs typeface="Times New Roman" panose="02020603050405020304" pitchFamily="18" charset="0"/>
              </a:rPr>
              <a:t>To provide a structured platform for weekly self-reflection</a:t>
            </a:r>
            <a:br>
              <a:rPr lang="en-US" sz="2200" dirty="0">
                <a:latin typeface="Times New Roman" panose="02020603050405020304" pitchFamily="18" charset="0"/>
                <a:cs typeface="Times New Roman" panose="02020603050405020304" pitchFamily="18" charset="0"/>
              </a:rPr>
            </a:br>
            <a:r>
              <a:rPr lang="en-US" sz="2200" dirty="0" smtClean="0">
                <a:latin typeface="Times New Roman" panose="02020603050405020304" pitchFamily="18" charset="0"/>
                <a:cs typeface="Times New Roman" panose="02020603050405020304" pitchFamily="18" charset="0"/>
              </a:rPr>
              <a:t>	• </a:t>
            </a:r>
            <a:r>
              <a:rPr lang="en-US" sz="2200" dirty="0">
                <a:latin typeface="Times New Roman" panose="02020603050405020304" pitchFamily="18" charset="0"/>
                <a:cs typeface="Times New Roman" panose="02020603050405020304" pitchFamily="18" charset="0"/>
              </a:rPr>
              <a:t>To encourage emotional awareness and self-analysis</a:t>
            </a:r>
            <a:br>
              <a:rPr lang="en-US" sz="2200" dirty="0">
                <a:latin typeface="Times New Roman" panose="02020603050405020304" pitchFamily="18" charset="0"/>
                <a:cs typeface="Times New Roman" panose="02020603050405020304" pitchFamily="18" charset="0"/>
              </a:rPr>
            </a:br>
            <a:r>
              <a:rPr lang="en-US" sz="2200" dirty="0" smtClean="0">
                <a:latin typeface="Times New Roman" panose="02020603050405020304" pitchFamily="18" charset="0"/>
                <a:cs typeface="Times New Roman" panose="02020603050405020304" pitchFamily="18" charset="0"/>
              </a:rPr>
              <a:t>	• </a:t>
            </a:r>
            <a:r>
              <a:rPr lang="en-US" sz="2200" dirty="0">
                <a:latin typeface="Times New Roman" panose="02020603050405020304" pitchFamily="18" charset="0"/>
                <a:cs typeface="Times New Roman" panose="02020603050405020304" pitchFamily="18" charset="0"/>
              </a:rPr>
              <a:t>To implement interactive web technologies such as HTML, </a:t>
            </a:r>
            <a:r>
              <a:rPr lang="en-US" sz="2200" dirty="0" smtClean="0">
                <a:latin typeface="Times New Roman" panose="02020603050405020304" pitchFamily="18" charset="0"/>
                <a:cs typeface="Times New Roman" panose="02020603050405020304" pitchFamily="18" charset="0"/>
              </a:rPr>
              <a:t>CSS and JavaScript</a:t>
            </a:r>
            <a:r>
              <a:rPr lang="en-US" sz="2200" dirty="0">
                <a:latin typeface="Times New Roman" panose="02020603050405020304" pitchFamily="18" charset="0"/>
                <a:cs typeface="Times New Roman" panose="02020603050405020304" pitchFamily="18" charset="0"/>
              </a:rPr>
              <a:t/>
            </a:r>
            <a:br>
              <a:rPr lang="en-US" sz="2200" dirty="0">
                <a:latin typeface="Times New Roman" panose="02020603050405020304" pitchFamily="18" charset="0"/>
                <a:cs typeface="Times New Roman" panose="02020603050405020304" pitchFamily="18" charset="0"/>
              </a:rPr>
            </a:br>
            <a:r>
              <a:rPr lang="en-US" sz="2200" dirty="0" smtClean="0">
                <a:latin typeface="Times New Roman" panose="02020603050405020304" pitchFamily="18" charset="0"/>
                <a:cs typeface="Times New Roman" panose="02020603050405020304" pitchFamily="18" charset="0"/>
              </a:rPr>
              <a:t>	• </a:t>
            </a:r>
            <a:r>
              <a:rPr lang="en-US" sz="2200" dirty="0">
                <a:latin typeface="Times New Roman" panose="02020603050405020304" pitchFamily="18" charset="0"/>
                <a:cs typeface="Times New Roman" panose="02020603050405020304" pitchFamily="18" charset="0"/>
              </a:rPr>
              <a:t>To provide a secure digital space for personal thoughts</a:t>
            </a:r>
            <a:br>
              <a:rPr lang="en-US" sz="2200" dirty="0">
                <a:latin typeface="Times New Roman" panose="02020603050405020304" pitchFamily="18" charset="0"/>
                <a:cs typeface="Times New Roman" panose="02020603050405020304" pitchFamily="18" charset="0"/>
              </a:rPr>
            </a:br>
            <a:r>
              <a:rPr lang="en-US" sz="2200" dirty="0" smtClean="0">
                <a:latin typeface="Times New Roman" panose="02020603050405020304" pitchFamily="18" charset="0"/>
                <a:cs typeface="Times New Roman" panose="02020603050405020304" pitchFamily="18" charset="0"/>
              </a:rPr>
              <a:t>	• </a:t>
            </a:r>
            <a:r>
              <a:rPr lang="en-US" sz="2200" dirty="0">
                <a:latin typeface="Times New Roman" panose="02020603050405020304" pitchFamily="18" charset="0"/>
                <a:cs typeface="Times New Roman" panose="02020603050405020304" pitchFamily="18" charset="0"/>
              </a:rPr>
              <a:t>To track emotional patterns through mood ratings</a:t>
            </a:r>
          </a:p>
          <a:p>
            <a:endParaRPr lang="en-US" dirty="0"/>
          </a:p>
        </p:txBody>
      </p:sp>
      <p:sp>
        <p:nvSpPr>
          <p:cNvPr id="5" name="Date Placeholder 4">
            <a:extLst>
              <a:ext uri="{FF2B5EF4-FFF2-40B4-BE49-F238E27FC236}">
                <a16:creationId xmlns="" xmlns:a16="http://schemas.microsoft.com/office/drawing/2014/main" id="{268B0D62-5A39-5424-9CF6-9A5122E0D21E}"/>
              </a:ext>
            </a:extLst>
          </p:cNvPr>
          <p:cNvSpPr>
            <a:spLocks noGrp="1"/>
          </p:cNvSpPr>
          <p:nvPr>
            <p:ph type="dt" sz="half" idx="10"/>
          </p:nvPr>
        </p:nvSpPr>
        <p:spPr/>
        <p:txBody>
          <a:bodyPr/>
          <a:lstStyle/>
          <a:p>
            <a:fld id="{20A639D7-EAE1-7C4A-AC63-30DD6B16DE20}" type="datetime1">
              <a:rPr lang="en-IN" smtClean="0"/>
              <a:t>10-03-2026</a:t>
            </a:fld>
            <a:endParaRPr lang="en-US"/>
          </a:p>
        </p:txBody>
      </p:sp>
      <p:sp>
        <p:nvSpPr>
          <p:cNvPr id="6" name="Footer Placeholder 5">
            <a:extLst>
              <a:ext uri="{FF2B5EF4-FFF2-40B4-BE49-F238E27FC236}">
                <a16:creationId xmlns="" xmlns:a16="http://schemas.microsoft.com/office/drawing/2014/main" id="{47045F34-84C7-08FE-3B8E-621019BE8AFE}"/>
              </a:ext>
            </a:extLst>
          </p:cNvPr>
          <p:cNvSpPr>
            <a:spLocks noGrp="1"/>
          </p:cNvSpPr>
          <p:nvPr>
            <p:ph type="ftr" sz="quarter" idx="11"/>
          </p:nvPr>
        </p:nvSpPr>
        <p:spPr/>
        <p:txBody>
          <a:bodyPr/>
          <a:lstStyle/>
          <a:p>
            <a:r>
              <a:rPr lang="en-US" dirty="0"/>
              <a:t>173030211           Department of CSE</a:t>
            </a:r>
          </a:p>
        </p:txBody>
      </p:sp>
      <p:sp>
        <p:nvSpPr>
          <p:cNvPr id="7" name="Slide Number Placeholder 6">
            <a:extLst>
              <a:ext uri="{FF2B5EF4-FFF2-40B4-BE49-F238E27FC236}">
                <a16:creationId xmlns="" xmlns:a16="http://schemas.microsoft.com/office/drawing/2014/main" id="{796C40D6-1BC6-8947-EA26-62259BD2C227}"/>
              </a:ext>
            </a:extLst>
          </p:cNvPr>
          <p:cNvSpPr>
            <a:spLocks noGrp="1"/>
          </p:cNvSpPr>
          <p:nvPr>
            <p:ph type="sldNum" sz="quarter" idx="12"/>
          </p:nvPr>
        </p:nvSpPr>
        <p:spPr/>
        <p:txBody>
          <a:bodyPr/>
          <a:lstStyle/>
          <a:p>
            <a:fld id="{B961B71F-4B40-8942-BB88-E0F5C0B46E10}" type="slidenum">
              <a:rPr lang="en-US" smtClean="0"/>
              <a:t>9</a:t>
            </a:fld>
            <a:endParaRPr lang="en-US"/>
          </a:p>
        </p:txBody>
      </p:sp>
    </p:spTree>
    <p:extLst>
      <p:ext uri="{BB962C8B-B14F-4D97-AF65-F5344CB8AC3E}">
        <p14:creationId xmlns:p14="http://schemas.microsoft.com/office/powerpoint/2010/main" val="126398598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0C149560-5402-A083-5191-CC2F23364A71}"/>
            </a:ext>
          </a:extLst>
        </p:cNvPr>
        <p:cNvGrpSpPr/>
        <p:nvPr/>
      </p:nvGrpSpPr>
      <p:grpSpPr>
        <a:xfrm>
          <a:off x="0" y="0"/>
          <a:ext cx="0" cy="0"/>
          <a:chOff x="0" y="0"/>
          <a:chExt cx="0" cy="0"/>
        </a:xfrm>
      </p:grpSpPr>
      <p:sp>
        <p:nvSpPr>
          <p:cNvPr id="8" name="Title 7">
            <a:extLst>
              <a:ext uri="{FF2B5EF4-FFF2-40B4-BE49-F238E27FC236}">
                <a16:creationId xmlns="" xmlns:a16="http://schemas.microsoft.com/office/drawing/2014/main" id="{C3A50108-EF3B-F9BF-CB25-7C4C67A41AAC}"/>
              </a:ext>
            </a:extLst>
          </p:cNvPr>
          <p:cNvSpPr>
            <a:spLocks noGrp="1"/>
          </p:cNvSpPr>
          <p:nvPr>
            <p:ph type="title"/>
          </p:nvPr>
        </p:nvSpPr>
        <p:spPr>
          <a:xfrm>
            <a:off x="1180618" y="365125"/>
            <a:ext cx="10173182" cy="1128009"/>
          </a:xfrm>
        </p:spPr>
        <p:txBody>
          <a:bodyPr/>
          <a:lstStyle/>
          <a:p>
            <a:pPr algn="ctr"/>
            <a:r>
              <a:rPr lang="en-US" b="1" dirty="0"/>
              <a:t>Co’s Attainments - FWD</a:t>
            </a:r>
          </a:p>
        </p:txBody>
      </p:sp>
      <p:sp>
        <p:nvSpPr>
          <p:cNvPr id="9" name="Content Placeholder 8">
            <a:extLst>
              <a:ext uri="{FF2B5EF4-FFF2-40B4-BE49-F238E27FC236}">
                <a16:creationId xmlns="" xmlns:a16="http://schemas.microsoft.com/office/drawing/2014/main" id="{8769557B-A6AB-F48D-9A16-51F755A17BB7}"/>
              </a:ext>
            </a:extLst>
          </p:cNvPr>
          <p:cNvSpPr>
            <a:spLocks noGrp="1"/>
          </p:cNvSpPr>
          <p:nvPr>
            <p:ph idx="1"/>
          </p:nvPr>
        </p:nvSpPr>
        <p:spPr/>
        <p:txBody>
          <a:bodyPr>
            <a:noAutofit/>
          </a:bodyPr>
          <a:lstStyle/>
          <a:p>
            <a:r>
              <a:rPr lang="en-US" sz="2000" b="1" dirty="0">
                <a:latin typeface="Times New Roman" panose="02020603050405020304" pitchFamily="18" charset="0"/>
                <a:cs typeface="Times New Roman" panose="02020603050405020304" pitchFamily="18" charset="0"/>
              </a:rPr>
              <a:t>CO1 — Internet Fundamentals, HTML &amp; Introductory CSS</a:t>
            </a:r>
          </a:p>
          <a:p>
            <a:pPr marL="0" indent="0">
              <a:buNone/>
            </a:pPr>
            <a:r>
              <a:rPr lang="en-US" sz="2000" dirty="0" smtClean="0">
                <a:latin typeface="Times New Roman" panose="02020603050405020304" pitchFamily="18" charset="0"/>
                <a:cs typeface="Times New Roman" panose="02020603050405020304" pitchFamily="18" charset="0"/>
              </a:rPr>
              <a:t>	The </a:t>
            </a:r>
            <a:r>
              <a:rPr lang="en-US" sz="2000" dirty="0">
                <a:latin typeface="Times New Roman" panose="02020603050405020304" pitchFamily="18" charset="0"/>
                <a:cs typeface="Times New Roman" panose="02020603050405020304" pitchFamily="18" charset="0"/>
              </a:rPr>
              <a:t>project demonstrates the use of HTML to structure web pages and CSS to style layouts, </a:t>
            </a:r>
            <a:r>
              <a:rPr lang="en-US" sz="2000" dirty="0" smtClean="0">
                <a:latin typeface="Times New Roman" panose="02020603050405020304" pitchFamily="18" charset="0"/>
                <a:cs typeface="Times New Roman" panose="02020603050405020304" pitchFamily="18" charset="0"/>
              </a:rPr>
              <a:t>	typography</a:t>
            </a:r>
            <a:r>
              <a:rPr lang="en-US" sz="2000" dirty="0">
                <a:latin typeface="Times New Roman" panose="02020603050405020304" pitchFamily="18" charset="0"/>
                <a:cs typeface="Times New Roman" panose="02020603050405020304" pitchFamily="18" charset="0"/>
              </a:rPr>
              <a:t>, and color schemes.</a:t>
            </a:r>
          </a:p>
          <a:p>
            <a:r>
              <a:rPr lang="en-US" sz="2000" b="1" dirty="0">
                <a:latin typeface="Times New Roman" panose="02020603050405020304" pitchFamily="18" charset="0"/>
                <a:cs typeface="Times New Roman" panose="02020603050405020304" pitchFamily="18" charset="0"/>
              </a:rPr>
              <a:t>CO2 — HTML Forms &amp; CSS Layout</a:t>
            </a:r>
          </a:p>
          <a:p>
            <a:pPr marL="0" indent="0">
              <a:buNone/>
            </a:pPr>
            <a:r>
              <a:rPr lang="en-US" sz="2000" dirty="0" smtClean="0">
                <a:latin typeface="Times New Roman" panose="02020603050405020304" pitchFamily="18" charset="0"/>
                <a:cs typeface="Times New Roman" panose="02020603050405020304" pitchFamily="18" charset="0"/>
              </a:rPr>
              <a:t>	Forms </a:t>
            </a:r>
            <a:r>
              <a:rPr lang="en-US" sz="2000" dirty="0">
                <a:latin typeface="Times New Roman" panose="02020603050405020304" pitchFamily="18" charset="0"/>
                <a:cs typeface="Times New Roman" panose="02020603050405020304" pitchFamily="18" charset="0"/>
              </a:rPr>
              <a:t>are used to collect reflection responses, while CSS techniques such as Flexbox and </a:t>
            </a:r>
            <a:r>
              <a:rPr lang="en-US" sz="2000" dirty="0" smtClean="0">
                <a:latin typeface="Times New Roman" panose="02020603050405020304" pitchFamily="18" charset="0"/>
                <a:cs typeface="Times New Roman" panose="02020603050405020304" pitchFamily="18" charset="0"/>
              </a:rPr>
              <a:t>	responsive layouts </a:t>
            </a:r>
            <a:r>
              <a:rPr lang="en-US" sz="2000" dirty="0">
                <a:latin typeface="Times New Roman" panose="02020603050405020304" pitchFamily="18" charset="0"/>
                <a:cs typeface="Times New Roman" panose="02020603050405020304" pitchFamily="18" charset="0"/>
              </a:rPr>
              <a:t>are used to structure the interface.</a:t>
            </a:r>
          </a:p>
          <a:p>
            <a:r>
              <a:rPr lang="en-US" sz="2000" b="1" dirty="0">
                <a:latin typeface="Times New Roman" panose="02020603050405020304" pitchFamily="18" charset="0"/>
                <a:cs typeface="Times New Roman" panose="02020603050405020304" pitchFamily="18" charset="0"/>
              </a:rPr>
              <a:t>CO3 — JavaScript Programming Essentials</a:t>
            </a:r>
          </a:p>
          <a:p>
            <a:pPr marL="0" indent="0">
              <a:buNone/>
            </a:pPr>
            <a:r>
              <a:rPr lang="en-US" sz="2000" dirty="0" smtClean="0">
                <a:latin typeface="Times New Roman" panose="02020603050405020304" pitchFamily="18" charset="0"/>
                <a:cs typeface="Times New Roman" panose="02020603050405020304" pitchFamily="18" charset="0"/>
              </a:rPr>
              <a:t>	JavaScript </a:t>
            </a:r>
            <a:r>
              <a:rPr lang="en-US" sz="2000" dirty="0">
                <a:latin typeface="Times New Roman" panose="02020603050405020304" pitchFamily="18" charset="0"/>
                <a:cs typeface="Times New Roman" panose="02020603050405020304" pitchFamily="18" charset="0"/>
              </a:rPr>
              <a:t>is used for conditions, loops, functions, and arrays to process reflection entries </a:t>
            </a:r>
            <a:r>
              <a:rPr lang="en-US" sz="2000" dirty="0" smtClean="0">
                <a:latin typeface="Times New Roman" panose="02020603050405020304" pitchFamily="18" charset="0"/>
                <a:cs typeface="Times New Roman" panose="02020603050405020304" pitchFamily="18" charset="0"/>
              </a:rPr>
              <a:t>	and mood data</a:t>
            </a:r>
            <a:r>
              <a:rPr lang="en-US" sz="2000" dirty="0">
                <a:latin typeface="Times New Roman" panose="02020603050405020304" pitchFamily="18" charset="0"/>
                <a:cs typeface="Times New Roman" panose="02020603050405020304" pitchFamily="18" charset="0"/>
              </a:rPr>
              <a:t>.</a:t>
            </a:r>
          </a:p>
          <a:p>
            <a:pPr marL="0" indent="0">
              <a:buNone/>
            </a:pPr>
            <a:endParaRPr lang="en-US" sz="2000" dirty="0">
              <a:latin typeface="Times New Roman" panose="02020603050405020304" pitchFamily="18" charset="0"/>
              <a:cs typeface="Times New Roman" panose="02020603050405020304" pitchFamily="18" charset="0"/>
            </a:endParaRPr>
          </a:p>
        </p:txBody>
      </p:sp>
      <p:sp>
        <p:nvSpPr>
          <p:cNvPr id="5" name="Date Placeholder 4">
            <a:extLst>
              <a:ext uri="{FF2B5EF4-FFF2-40B4-BE49-F238E27FC236}">
                <a16:creationId xmlns="" xmlns:a16="http://schemas.microsoft.com/office/drawing/2014/main" id="{49D0E4ED-DE37-6D8E-7EB1-1F0F05E37DA3}"/>
              </a:ext>
            </a:extLst>
          </p:cNvPr>
          <p:cNvSpPr>
            <a:spLocks noGrp="1"/>
          </p:cNvSpPr>
          <p:nvPr>
            <p:ph type="dt" sz="half" idx="10"/>
          </p:nvPr>
        </p:nvSpPr>
        <p:spPr/>
        <p:txBody>
          <a:bodyPr/>
          <a:lstStyle/>
          <a:p>
            <a:fld id="{20A639D7-EAE1-7C4A-AC63-30DD6B16DE20}" type="datetime1">
              <a:rPr lang="en-IN" smtClean="0"/>
              <a:t>10-03-2026</a:t>
            </a:fld>
            <a:endParaRPr lang="en-US"/>
          </a:p>
        </p:txBody>
      </p:sp>
      <p:sp>
        <p:nvSpPr>
          <p:cNvPr id="6" name="Footer Placeholder 5">
            <a:extLst>
              <a:ext uri="{FF2B5EF4-FFF2-40B4-BE49-F238E27FC236}">
                <a16:creationId xmlns="" xmlns:a16="http://schemas.microsoft.com/office/drawing/2014/main" id="{4925EEDF-18C5-49AB-9643-7F31370592F9}"/>
              </a:ext>
            </a:extLst>
          </p:cNvPr>
          <p:cNvSpPr>
            <a:spLocks noGrp="1"/>
          </p:cNvSpPr>
          <p:nvPr>
            <p:ph type="ftr" sz="quarter" idx="11"/>
          </p:nvPr>
        </p:nvSpPr>
        <p:spPr/>
        <p:txBody>
          <a:bodyPr/>
          <a:lstStyle/>
          <a:p>
            <a:r>
              <a:rPr lang="en-US" dirty="0"/>
              <a:t>173030211           Department of CSE</a:t>
            </a:r>
          </a:p>
        </p:txBody>
      </p:sp>
      <p:sp>
        <p:nvSpPr>
          <p:cNvPr id="7" name="Slide Number Placeholder 6">
            <a:extLst>
              <a:ext uri="{FF2B5EF4-FFF2-40B4-BE49-F238E27FC236}">
                <a16:creationId xmlns="" xmlns:a16="http://schemas.microsoft.com/office/drawing/2014/main" id="{803C038D-A939-9973-E752-364BB70EE05C}"/>
              </a:ext>
            </a:extLst>
          </p:cNvPr>
          <p:cNvSpPr>
            <a:spLocks noGrp="1"/>
          </p:cNvSpPr>
          <p:nvPr>
            <p:ph type="sldNum" sz="quarter" idx="12"/>
          </p:nvPr>
        </p:nvSpPr>
        <p:spPr/>
        <p:txBody>
          <a:bodyPr/>
          <a:lstStyle/>
          <a:p>
            <a:fld id="{B961B71F-4B40-8942-BB88-E0F5C0B46E10}" type="slidenum">
              <a:rPr lang="en-US" smtClean="0"/>
              <a:t>10</a:t>
            </a:fld>
            <a:endParaRPr lang="en-US"/>
          </a:p>
        </p:txBody>
      </p:sp>
    </p:spTree>
    <p:extLst>
      <p:ext uri="{BB962C8B-B14F-4D97-AF65-F5344CB8AC3E}">
        <p14:creationId xmlns:p14="http://schemas.microsoft.com/office/powerpoint/2010/main" val="190694651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0C149560-5402-A083-5191-CC2F23364A71}"/>
            </a:ext>
          </a:extLst>
        </p:cNvPr>
        <p:cNvGrpSpPr/>
        <p:nvPr/>
      </p:nvGrpSpPr>
      <p:grpSpPr>
        <a:xfrm>
          <a:off x="0" y="0"/>
          <a:ext cx="0" cy="0"/>
          <a:chOff x="0" y="0"/>
          <a:chExt cx="0" cy="0"/>
        </a:xfrm>
      </p:grpSpPr>
      <p:sp>
        <p:nvSpPr>
          <p:cNvPr id="9" name="Content Placeholder 8">
            <a:extLst>
              <a:ext uri="{FF2B5EF4-FFF2-40B4-BE49-F238E27FC236}">
                <a16:creationId xmlns="" xmlns:a16="http://schemas.microsoft.com/office/drawing/2014/main" id="{8769557B-A6AB-F48D-9A16-51F755A17BB7}"/>
              </a:ext>
            </a:extLst>
          </p:cNvPr>
          <p:cNvSpPr>
            <a:spLocks noGrp="1"/>
          </p:cNvSpPr>
          <p:nvPr>
            <p:ph idx="1"/>
          </p:nvPr>
        </p:nvSpPr>
        <p:spPr/>
        <p:txBody>
          <a:bodyPr>
            <a:noAutofit/>
          </a:bodyPr>
          <a:lstStyle/>
          <a:p>
            <a:r>
              <a:rPr lang="en-US" sz="2000" b="1" dirty="0">
                <a:latin typeface="Times New Roman" panose="02020603050405020304" pitchFamily="18" charset="0"/>
                <a:cs typeface="Times New Roman" panose="02020603050405020304" pitchFamily="18" charset="0"/>
              </a:rPr>
              <a:t>CO4 — JavaScript Interactivity &amp; DOM</a:t>
            </a:r>
          </a:p>
          <a:p>
            <a:pPr marL="0" indent="0">
              <a:buNone/>
            </a:pPr>
            <a:r>
              <a:rPr lang="en-US" sz="2000" dirty="0">
                <a:latin typeface="Times New Roman" panose="02020603050405020304" pitchFamily="18" charset="0"/>
                <a:cs typeface="Times New Roman" panose="02020603050405020304" pitchFamily="18" charset="0"/>
              </a:rPr>
              <a:t>	DOM manipulation and event handling allow the application to dynamically update the </a:t>
            </a:r>
            <a:r>
              <a:rPr lang="en-US" sz="2000" dirty="0" smtClean="0">
                <a:latin typeface="Times New Roman" panose="02020603050405020304" pitchFamily="18" charset="0"/>
                <a:cs typeface="Times New Roman" panose="02020603050405020304" pitchFamily="18" charset="0"/>
              </a:rPr>
              <a:t>	interface based </a:t>
            </a:r>
            <a:r>
              <a:rPr lang="en-US" sz="2000" dirty="0">
                <a:latin typeface="Times New Roman" panose="02020603050405020304" pitchFamily="18" charset="0"/>
                <a:cs typeface="Times New Roman" panose="02020603050405020304" pitchFamily="18" charset="0"/>
              </a:rPr>
              <a:t>on user interactions.</a:t>
            </a:r>
          </a:p>
          <a:p>
            <a:r>
              <a:rPr lang="en-US" sz="2000" b="1" dirty="0">
                <a:latin typeface="Times New Roman" panose="02020603050405020304" pitchFamily="18" charset="0"/>
                <a:cs typeface="Times New Roman" panose="02020603050405020304" pitchFamily="18" charset="0"/>
              </a:rPr>
              <a:t>CO5 — Advanced Web Development</a:t>
            </a:r>
          </a:p>
          <a:p>
            <a:pPr marL="0" indent="0">
              <a:buNone/>
            </a:pPr>
            <a:r>
              <a:rPr lang="en-US" sz="2000" dirty="0">
                <a:latin typeface="Times New Roman" panose="02020603050405020304" pitchFamily="18" charset="0"/>
                <a:cs typeface="Times New Roman" panose="02020603050405020304" pitchFamily="18" charset="0"/>
              </a:rPr>
              <a:t>	The application uses browser storage to store reflection entries and demonstrates dynamic </a:t>
            </a:r>
            <a:r>
              <a:rPr lang="en-US" sz="2000" dirty="0" smtClean="0">
                <a:latin typeface="Times New Roman" panose="02020603050405020304" pitchFamily="18" charset="0"/>
                <a:cs typeface="Times New Roman" panose="02020603050405020304" pitchFamily="18" charset="0"/>
              </a:rPr>
              <a:t>	content updates </a:t>
            </a:r>
            <a:r>
              <a:rPr lang="en-US" sz="2000" dirty="0">
                <a:latin typeface="Times New Roman" panose="02020603050405020304" pitchFamily="18" charset="0"/>
                <a:cs typeface="Times New Roman" panose="02020603050405020304" pitchFamily="18" charset="0"/>
              </a:rPr>
              <a:t>using JavaScript</a:t>
            </a:r>
          </a:p>
        </p:txBody>
      </p:sp>
      <p:sp>
        <p:nvSpPr>
          <p:cNvPr id="5" name="Date Placeholder 4">
            <a:extLst>
              <a:ext uri="{FF2B5EF4-FFF2-40B4-BE49-F238E27FC236}">
                <a16:creationId xmlns="" xmlns:a16="http://schemas.microsoft.com/office/drawing/2014/main" id="{49D0E4ED-DE37-6D8E-7EB1-1F0F05E37DA3}"/>
              </a:ext>
            </a:extLst>
          </p:cNvPr>
          <p:cNvSpPr>
            <a:spLocks noGrp="1"/>
          </p:cNvSpPr>
          <p:nvPr>
            <p:ph type="dt" sz="half" idx="10"/>
          </p:nvPr>
        </p:nvSpPr>
        <p:spPr/>
        <p:txBody>
          <a:bodyPr/>
          <a:lstStyle/>
          <a:p>
            <a:fld id="{20A639D7-EAE1-7C4A-AC63-30DD6B16DE20}" type="datetime1">
              <a:rPr lang="en-IN" smtClean="0"/>
              <a:t>10-03-2026</a:t>
            </a:fld>
            <a:endParaRPr lang="en-US"/>
          </a:p>
        </p:txBody>
      </p:sp>
      <p:sp>
        <p:nvSpPr>
          <p:cNvPr id="6" name="Footer Placeholder 5">
            <a:extLst>
              <a:ext uri="{FF2B5EF4-FFF2-40B4-BE49-F238E27FC236}">
                <a16:creationId xmlns="" xmlns:a16="http://schemas.microsoft.com/office/drawing/2014/main" id="{4925EEDF-18C5-49AB-9643-7F31370592F9}"/>
              </a:ext>
            </a:extLst>
          </p:cNvPr>
          <p:cNvSpPr>
            <a:spLocks noGrp="1"/>
          </p:cNvSpPr>
          <p:nvPr>
            <p:ph type="ftr" sz="quarter" idx="11"/>
          </p:nvPr>
        </p:nvSpPr>
        <p:spPr/>
        <p:txBody>
          <a:bodyPr/>
          <a:lstStyle/>
          <a:p>
            <a:r>
              <a:rPr lang="en-US" dirty="0"/>
              <a:t>173030211           Department of CSE</a:t>
            </a:r>
          </a:p>
        </p:txBody>
      </p:sp>
      <p:sp>
        <p:nvSpPr>
          <p:cNvPr id="7" name="Slide Number Placeholder 6">
            <a:extLst>
              <a:ext uri="{FF2B5EF4-FFF2-40B4-BE49-F238E27FC236}">
                <a16:creationId xmlns="" xmlns:a16="http://schemas.microsoft.com/office/drawing/2014/main" id="{803C038D-A939-9973-E752-364BB70EE05C}"/>
              </a:ext>
            </a:extLst>
          </p:cNvPr>
          <p:cNvSpPr>
            <a:spLocks noGrp="1"/>
          </p:cNvSpPr>
          <p:nvPr>
            <p:ph type="sldNum" sz="quarter" idx="12"/>
          </p:nvPr>
        </p:nvSpPr>
        <p:spPr/>
        <p:txBody>
          <a:bodyPr/>
          <a:lstStyle/>
          <a:p>
            <a:fld id="{B961B71F-4B40-8942-BB88-E0F5C0B46E10}" type="slidenum">
              <a:rPr lang="en-US" smtClean="0"/>
              <a:t>11</a:t>
            </a:fld>
            <a:endParaRPr lang="en-US"/>
          </a:p>
        </p:txBody>
      </p:sp>
    </p:spTree>
    <p:extLst>
      <p:ext uri="{BB962C8B-B14F-4D97-AF65-F5344CB8AC3E}">
        <p14:creationId xmlns:p14="http://schemas.microsoft.com/office/powerpoint/2010/main" val="44176684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37323D68-D41B-9825-3931-B79590C795F8}"/>
              </a:ext>
            </a:extLst>
          </p:cNvPr>
          <p:cNvSpPr>
            <a:spLocks noGrp="1"/>
          </p:cNvSpPr>
          <p:nvPr>
            <p:ph type="title"/>
          </p:nvPr>
        </p:nvSpPr>
        <p:spPr/>
        <p:txBody>
          <a:bodyPr/>
          <a:lstStyle/>
          <a:p>
            <a:r>
              <a:rPr lang="en-US" dirty="0"/>
              <a:t>Screenshots for FWD </a:t>
            </a:r>
          </a:p>
        </p:txBody>
      </p:sp>
      <p:sp>
        <p:nvSpPr>
          <p:cNvPr id="4" name="Date Placeholder 3">
            <a:extLst>
              <a:ext uri="{FF2B5EF4-FFF2-40B4-BE49-F238E27FC236}">
                <a16:creationId xmlns="" xmlns:a16="http://schemas.microsoft.com/office/drawing/2014/main" id="{F1963D1B-E2DB-29C3-BA63-FF21B16E3D52}"/>
              </a:ext>
            </a:extLst>
          </p:cNvPr>
          <p:cNvSpPr>
            <a:spLocks noGrp="1"/>
          </p:cNvSpPr>
          <p:nvPr>
            <p:ph type="dt" sz="half" idx="10"/>
          </p:nvPr>
        </p:nvSpPr>
        <p:spPr/>
        <p:txBody>
          <a:bodyPr/>
          <a:lstStyle/>
          <a:p>
            <a:fld id="{9C5272DB-0103-AF4C-A22D-07421EC406AD}" type="datetime1">
              <a:rPr lang="en-IN" smtClean="0"/>
              <a:t>10-03-2026</a:t>
            </a:fld>
            <a:endParaRPr lang="en-US"/>
          </a:p>
        </p:txBody>
      </p:sp>
      <p:sp>
        <p:nvSpPr>
          <p:cNvPr id="5" name="Footer Placeholder 4">
            <a:extLst>
              <a:ext uri="{FF2B5EF4-FFF2-40B4-BE49-F238E27FC236}">
                <a16:creationId xmlns="" xmlns:a16="http://schemas.microsoft.com/office/drawing/2014/main" id="{49114CB5-AB44-10F9-E8AF-4658C65956F4}"/>
              </a:ext>
            </a:extLst>
          </p:cNvPr>
          <p:cNvSpPr>
            <a:spLocks noGrp="1"/>
          </p:cNvSpPr>
          <p:nvPr>
            <p:ph type="ftr" sz="quarter" idx="11"/>
          </p:nvPr>
        </p:nvSpPr>
        <p:spPr/>
        <p:txBody>
          <a:bodyPr/>
          <a:lstStyle/>
          <a:p>
            <a:r>
              <a:rPr lang="en-US" dirty="0"/>
              <a:t>173030211           Department of CSE</a:t>
            </a:r>
          </a:p>
        </p:txBody>
      </p:sp>
      <p:sp>
        <p:nvSpPr>
          <p:cNvPr id="6" name="Slide Number Placeholder 5">
            <a:extLst>
              <a:ext uri="{FF2B5EF4-FFF2-40B4-BE49-F238E27FC236}">
                <a16:creationId xmlns="" xmlns:a16="http://schemas.microsoft.com/office/drawing/2014/main" id="{198D5113-7B1F-AF02-CDA9-5B3AB95BE716}"/>
              </a:ext>
            </a:extLst>
          </p:cNvPr>
          <p:cNvSpPr>
            <a:spLocks noGrp="1"/>
          </p:cNvSpPr>
          <p:nvPr>
            <p:ph type="sldNum" sz="quarter" idx="12"/>
          </p:nvPr>
        </p:nvSpPr>
        <p:spPr/>
        <p:txBody>
          <a:bodyPr/>
          <a:lstStyle/>
          <a:p>
            <a:fld id="{B961B71F-4B40-8942-BB88-E0F5C0B46E10}" type="slidenum">
              <a:rPr lang="en-US" smtClean="0"/>
              <a:t>12</a:t>
            </a:fld>
            <a:endParaRPr lang="en-US"/>
          </a:p>
        </p:txBody>
      </p:sp>
      <p:pic>
        <p:nvPicPr>
          <p:cNvPr id="1026"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632670" y="1613353"/>
            <a:ext cx="5168738" cy="3399518"/>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a:extLst>
            <a:ext uri="{909E8E84-426E-40DD-AFC4-6F175D3DCCD1}">
              <a14:hiddenFill xmlns:a14="http://schemas.microsoft.com/office/drawing/2010/main">
                <a:solidFill>
                  <a:schemeClr val="accent1"/>
                </a:solidFill>
              </a14:hiddenFill>
            </a:ext>
          </a:extLst>
        </p:spPr>
      </p:pic>
      <p:pic>
        <p:nvPicPr>
          <p:cNvPr id="102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33967" y="1613353"/>
            <a:ext cx="5768595" cy="3399518"/>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a:extLst>
            <a:ext uri="{909E8E84-426E-40DD-AFC4-6F175D3DCCD1}">
              <a14:hiddenFill xmlns:a14="http://schemas.microsoft.com/office/drawing/2010/main">
                <a:solidFill>
                  <a:schemeClr val="accent1"/>
                </a:solidFill>
              </a14:hiddenFill>
            </a:ext>
          </a:extLst>
        </p:spPr>
      </p:pic>
    </p:spTree>
    <p:extLst>
      <p:ext uri="{BB962C8B-B14F-4D97-AF65-F5344CB8AC3E}">
        <p14:creationId xmlns:p14="http://schemas.microsoft.com/office/powerpoint/2010/main" val="259854596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 xmlns:a16="http://schemas.microsoft.com/office/drawing/2014/main" id="{F1963D1B-E2DB-29C3-BA63-FF21B16E3D52}"/>
              </a:ext>
            </a:extLst>
          </p:cNvPr>
          <p:cNvSpPr>
            <a:spLocks noGrp="1"/>
          </p:cNvSpPr>
          <p:nvPr>
            <p:ph type="dt" sz="half" idx="10"/>
          </p:nvPr>
        </p:nvSpPr>
        <p:spPr/>
        <p:txBody>
          <a:bodyPr/>
          <a:lstStyle/>
          <a:p>
            <a:fld id="{9C5272DB-0103-AF4C-A22D-07421EC406AD}" type="datetime1">
              <a:rPr lang="en-IN" smtClean="0"/>
              <a:t>10-03-2026</a:t>
            </a:fld>
            <a:endParaRPr lang="en-US"/>
          </a:p>
        </p:txBody>
      </p:sp>
      <p:sp>
        <p:nvSpPr>
          <p:cNvPr id="5" name="Footer Placeholder 4">
            <a:extLst>
              <a:ext uri="{FF2B5EF4-FFF2-40B4-BE49-F238E27FC236}">
                <a16:creationId xmlns="" xmlns:a16="http://schemas.microsoft.com/office/drawing/2014/main" id="{49114CB5-AB44-10F9-E8AF-4658C65956F4}"/>
              </a:ext>
            </a:extLst>
          </p:cNvPr>
          <p:cNvSpPr>
            <a:spLocks noGrp="1"/>
          </p:cNvSpPr>
          <p:nvPr>
            <p:ph type="ftr" sz="quarter" idx="11"/>
          </p:nvPr>
        </p:nvSpPr>
        <p:spPr/>
        <p:txBody>
          <a:bodyPr/>
          <a:lstStyle/>
          <a:p>
            <a:r>
              <a:rPr lang="en-US" dirty="0"/>
              <a:t>173030211           Department of CSE</a:t>
            </a:r>
          </a:p>
        </p:txBody>
      </p:sp>
      <p:sp>
        <p:nvSpPr>
          <p:cNvPr id="6" name="Slide Number Placeholder 5">
            <a:extLst>
              <a:ext uri="{FF2B5EF4-FFF2-40B4-BE49-F238E27FC236}">
                <a16:creationId xmlns="" xmlns:a16="http://schemas.microsoft.com/office/drawing/2014/main" id="{198D5113-7B1F-AF02-CDA9-5B3AB95BE716}"/>
              </a:ext>
            </a:extLst>
          </p:cNvPr>
          <p:cNvSpPr>
            <a:spLocks noGrp="1"/>
          </p:cNvSpPr>
          <p:nvPr>
            <p:ph type="sldNum" sz="quarter" idx="12"/>
          </p:nvPr>
        </p:nvSpPr>
        <p:spPr/>
        <p:txBody>
          <a:bodyPr/>
          <a:lstStyle/>
          <a:p>
            <a:fld id="{B961B71F-4B40-8942-BB88-E0F5C0B46E10}" type="slidenum">
              <a:rPr lang="en-US" smtClean="0"/>
              <a:t>13</a:t>
            </a:fld>
            <a:endParaRPr lang="en-US"/>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4106" y="1131968"/>
            <a:ext cx="5732585" cy="346641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a:extLst>
            <a:ext uri="{909E8E84-426E-40DD-AFC4-6F175D3DCCD1}">
              <a14:hiddenFill xmlns:a14="http://schemas.microsoft.com/office/drawing/2010/main">
                <a:solidFill>
                  <a:schemeClr val="accent1"/>
                </a:solidFill>
              </a14:hiddenFill>
            </a:ext>
          </a:extLst>
        </p:spPr>
      </p:pic>
      <p:pic>
        <p:nvPicPr>
          <p:cNvPr id="205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30747" y="1131968"/>
            <a:ext cx="5711306" cy="3466409"/>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a:extLst>
            <a:ext uri="{909E8E84-426E-40DD-AFC4-6F175D3DCCD1}">
              <a14:hiddenFill xmlns:a14="http://schemas.microsoft.com/office/drawing/2010/main">
                <a:solidFill>
                  <a:schemeClr val="accent1"/>
                </a:solidFill>
              </a14:hiddenFill>
            </a:ext>
          </a:extLst>
        </p:spPr>
      </p:pic>
    </p:spTree>
    <p:extLst>
      <p:ext uri="{BB962C8B-B14F-4D97-AF65-F5344CB8AC3E}">
        <p14:creationId xmlns:p14="http://schemas.microsoft.com/office/powerpoint/2010/main" val="363351359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DB8A9CAF-7EB0-0890-1F26-CA3F8236AA13}"/>
            </a:ext>
          </a:extLst>
        </p:cNvPr>
        <p:cNvGrpSpPr/>
        <p:nvPr/>
      </p:nvGrpSpPr>
      <p:grpSpPr>
        <a:xfrm>
          <a:off x="0" y="0"/>
          <a:ext cx="0" cy="0"/>
          <a:chOff x="0" y="0"/>
          <a:chExt cx="0" cy="0"/>
        </a:xfrm>
      </p:grpSpPr>
      <p:sp>
        <p:nvSpPr>
          <p:cNvPr id="8" name="Title 7">
            <a:extLst>
              <a:ext uri="{FF2B5EF4-FFF2-40B4-BE49-F238E27FC236}">
                <a16:creationId xmlns="" xmlns:a16="http://schemas.microsoft.com/office/drawing/2014/main" id="{57E0E9F0-7414-F19D-A367-C4D70D67BCB3}"/>
              </a:ext>
            </a:extLst>
          </p:cNvPr>
          <p:cNvSpPr>
            <a:spLocks noGrp="1"/>
          </p:cNvSpPr>
          <p:nvPr>
            <p:ph type="title"/>
          </p:nvPr>
        </p:nvSpPr>
        <p:spPr>
          <a:xfrm>
            <a:off x="1180618" y="365125"/>
            <a:ext cx="10173182" cy="1128009"/>
          </a:xfrm>
        </p:spPr>
        <p:txBody>
          <a:bodyPr/>
          <a:lstStyle/>
          <a:p>
            <a:pPr algn="ctr"/>
            <a:r>
              <a:rPr lang="en-US" b="1" dirty="0"/>
              <a:t>Co’s Attainments - DSA</a:t>
            </a:r>
          </a:p>
        </p:txBody>
      </p:sp>
      <p:sp>
        <p:nvSpPr>
          <p:cNvPr id="9" name="Content Placeholder 8">
            <a:extLst>
              <a:ext uri="{FF2B5EF4-FFF2-40B4-BE49-F238E27FC236}">
                <a16:creationId xmlns="" xmlns:a16="http://schemas.microsoft.com/office/drawing/2014/main" id="{6726AE93-69A8-DC85-DA45-05F4D66EF996}"/>
              </a:ext>
            </a:extLst>
          </p:cNvPr>
          <p:cNvSpPr>
            <a:spLocks noGrp="1"/>
          </p:cNvSpPr>
          <p:nvPr>
            <p:ph idx="1"/>
          </p:nvPr>
        </p:nvSpPr>
        <p:spPr/>
        <p:txBody>
          <a:bodyPr>
            <a:normAutofit/>
          </a:bodyPr>
          <a:lstStyle/>
          <a:p>
            <a:r>
              <a:rPr lang="en-US" sz="2200" b="1" dirty="0">
                <a:latin typeface="Times New Roman" panose="02020603050405020304" pitchFamily="18" charset="0"/>
                <a:cs typeface="Times New Roman" panose="02020603050405020304" pitchFamily="18" charset="0"/>
              </a:rPr>
              <a:t>CO1 – Algorithm </a:t>
            </a:r>
            <a:r>
              <a:rPr lang="en-US" sz="2200" b="1" dirty="0" smtClean="0">
                <a:latin typeface="Times New Roman" panose="02020603050405020304" pitchFamily="18" charset="0"/>
                <a:cs typeface="Times New Roman" panose="02020603050405020304" pitchFamily="18" charset="0"/>
              </a:rPr>
              <a:t>Analysis</a:t>
            </a:r>
            <a:endParaRPr lang="en-US" sz="2200" dirty="0">
              <a:latin typeface="Times New Roman" panose="02020603050405020304" pitchFamily="18" charset="0"/>
              <a:cs typeface="Times New Roman" panose="02020603050405020304" pitchFamily="18" charset="0"/>
            </a:endParaRPr>
          </a:p>
          <a:p>
            <a:pPr marL="0" indent="0">
              <a:buNone/>
            </a:pPr>
            <a:r>
              <a:rPr lang="en-US" sz="2200" dirty="0">
                <a:latin typeface="Times New Roman" panose="02020603050405020304" pitchFamily="18" charset="0"/>
                <a:cs typeface="Times New Roman" panose="02020603050405020304" pitchFamily="18" charset="0"/>
              </a:rPr>
              <a:t>	</a:t>
            </a:r>
            <a:r>
              <a:rPr lang="en-US" sz="2200" dirty="0" smtClean="0">
                <a:latin typeface="Times New Roman" panose="02020603050405020304" pitchFamily="18" charset="0"/>
                <a:cs typeface="Times New Roman" panose="02020603050405020304" pitchFamily="18" charset="0"/>
              </a:rPr>
              <a:t>• </a:t>
            </a:r>
            <a:r>
              <a:rPr lang="en-US" sz="2200" dirty="0">
                <a:latin typeface="Times New Roman" panose="02020603050405020304" pitchFamily="18" charset="0"/>
                <a:cs typeface="Times New Roman" panose="02020603050405020304" pitchFamily="18" charset="0"/>
              </a:rPr>
              <a:t>Implemented searching (Linear Search) to find ritual entries by mood.</a:t>
            </a:r>
            <a:br>
              <a:rPr lang="en-US" sz="2200" dirty="0">
                <a:latin typeface="Times New Roman" panose="02020603050405020304" pitchFamily="18" charset="0"/>
                <a:cs typeface="Times New Roman" panose="02020603050405020304" pitchFamily="18" charset="0"/>
              </a:rPr>
            </a:br>
            <a:r>
              <a:rPr lang="en-US" sz="2200" dirty="0" smtClean="0">
                <a:latin typeface="Times New Roman" panose="02020603050405020304" pitchFamily="18" charset="0"/>
                <a:cs typeface="Times New Roman" panose="02020603050405020304" pitchFamily="18" charset="0"/>
              </a:rPr>
              <a:t>	• </a:t>
            </a:r>
            <a:r>
              <a:rPr lang="en-US" sz="2200" dirty="0">
                <a:latin typeface="Times New Roman" panose="02020603050405020304" pitchFamily="18" charset="0"/>
                <a:cs typeface="Times New Roman" panose="02020603050405020304" pitchFamily="18" charset="0"/>
              </a:rPr>
              <a:t>Implemented sorting (Bubble Sort) to arrange ritual entries based on mood.</a:t>
            </a:r>
          </a:p>
          <a:p>
            <a:r>
              <a:rPr lang="en-US" sz="2200" b="1" dirty="0">
                <a:latin typeface="Times New Roman" panose="02020603050405020304" pitchFamily="18" charset="0"/>
                <a:cs typeface="Times New Roman" panose="02020603050405020304" pitchFamily="18" charset="0"/>
              </a:rPr>
              <a:t>CO2 – Abstract Data Types (</a:t>
            </a:r>
            <a:r>
              <a:rPr lang="en-US" sz="2200" b="1" dirty="0" smtClean="0">
                <a:latin typeface="Times New Roman" panose="02020603050405020304" pitchFamily="18" charset="0"/>
                <a:cs typeface="Times New Roman" panose="02020603050405020304" pitchFamily="18" charset="0"/>
              </a:rPr>
              <a:t>ADTs)</a:t>
            </a:r>
            <a:endParaRPr lang="en-US" sz="2200" dirty="0">
              <a:latin typeface="Times New Roman" panose="02020603050405020304" pitchFamily="18" charset="0"/>
              <a:cs typeface="Times New Roman" panose="02020603050405020304" pitchFamily="18" charset="0"/>
            </a:endParaRPr>
          </a:p>
          <a:p>
            <a:pPr marL="457200" lvl="1" indent="0">
              <a:buNone/>
            </a:pPr>
            <a:r>
              <a:rPr lang="en-US" sz="1800" dirty="0" smtClean="0">
                <a:latin typeface="Times New Roman" panose="02020603050405020304" pitchFamily="18" charset="0"/>
                <a:cs typeface="Times New Roman" panose="02020603050405020304" pitchFamily="18" charset="0"/>
              </a:rPr>
              <a:t>	• Created custom classes </a:t>
            </a:r>
            <a:r>
              <a:rPr lang="en-US" sz="1800" dirty="0" err="1" smtClean="0">
                <a:latin typeface="Times New Roman" panose="02020603050405020304" pitchFamily="18" charset="0"/>
                <a:cs typeface="Times New Roman" panose="02020603050405020304" pitchFamily="18" charset="0"/>
              </a:rPr>
              <a:t>RitualEntry</a:t>
            </a:r>
            <a:r>
              <a:rPr lang="en-US" sz="1800" dirty="0" smtClean="0">
                <a:latin typeface="Times New Roman" panose="02020603050405020304" pitchFamily="18" charset="0"/>
                <a:cs typeface="Times New Roman" panose="02020603050405020304" pitchFamily="18" charset="0"/>
              </a:rPr>
              <a:t> and </a:t>
            </a:r>
            <a:r>
              <a:rPr lang="en-US" sz="1800" dirty="0" err="1" smtClean="0">
                <a:latin typeface="Times New Roman" panose="02020603050405020304" pitchFamily="18" charset="0"/>
                <a:cs typeface="Times New Roman" panose="02020603050405020304" pitchFamily="18" charset="0"/>
              </a:rPr>
              <a:t>VentEntry</a:t>
            </a:r>
            <a:r>
              <a:rPr lang="en-US" sz="1800" dirty="0" smtClean="0">
                <a:latin typeface="Times New Roman" panose="02020603050405020304" pitchFamily="18" charset="0"/>
                <a:cs typeface="Times New Roman" panose="02020603050405020304" pitchFamily="18" charset="0"/>
              </a:rPr>
              <a:t> to store structured data.</a:t>
            </a:r>
            <a:br>
              <a:rPr lang="en-US" sz="1800" dirty="0" smtClean="0">
                <a:latin typeface="Times New Roman" panose="02020603050405020304" pitchFamily="18" charset="0"/>
                <a:cs typeface="Times New Roman" panose="02020603050405020304" pitchFamily="18" charset="0"/>
              </a:rPr>
            </a:br>
            <a:r>
              <a:rPr lang="en-US" sz="1800" dirty="0" smtClean="0">
                <a:latin typeface="Times New Roman" panose="02020603050405020304" pitchFamily="18" charset="0"/>
                <a:cs typeface="Times New Roman" panose="02020603050405020304" pitchFamily="18" charset="0"/>
              </a:rPr>
              <a:t>	• Used </a:t>
            </a:r>
            <a:r>
              <a:rPr lang="en-US" sz="1800" dirty="0" err="1" smtClean="0">
                <a:latin typeface="Times New Roman" panose="02020603050405020304" pitchFamily="18" charset="0"/>
                <a:cs typeface="Times New Roman" panose="02020603050405020304" pitchFamily="18" charset="0"/>
              </a:rPr>
              <a:t>ArrayList</a:t>
            </a:r>
            <a:r>
              <a:rPr lang="en-US" sz="1800" dirty="0" smtClean="0">
                <a:latin typeface="Times New Roman" panose="02020603050405020304" pitchFamily="18" charset="0"/>
                <a:cs typeface="Times New Roman" panose="02020603050405020304" pitchFamily="18" charset="0"/>
              </a:rPr>
              <a:t> for dynamic data storage and management.</a:t>
            </a:r>
            <a:endParaRPr lang="en-US" sz="1800" dirty="0">
              <a:latin typeface="Times New Roman" panose="02020603050405020304" pitchFamily="18" charset="0"/>
              <a:cs typeface="Times New Roman" panose="02020603050405020304" pitchFamily="18" charset="0"/>
            </a:endParaRPr>
          </a:p>
          <a:p>
            <a:r>
              <a:rPr lang="en-US" sz="2200" b="1" dirty="0">
                <a:latin typeface="Times New Roman" panose="02020603050405020304" pitchFamily="18" charset="0"/>
                <a:cs typeface="Times New Roman" panose="02020603050405020304" pitchFamily="18" charset="0"/>
              </a:rPr>
              <a:t>CO3 – Stacks and Queues Applications</a:t>
            </a:r>
            <a:r>
              <a:rPr lang="en-US" sz="2200" dirty="0">
                <a:latin typeface="Times New Roman" panose="02020603050405020304" pitchFamily="18" charset="0"/>
                <a:cs typeface="Times New Roman" panose="02020603050405020304" pitchFamily="18" charset="0"/>
              </a:rPr>
              <a:t/>
            </a:r>
            <a:br>
              <a:rPr lang="en-US" sz="2200" dirty="0">
                <a:latin typeface="Times New Roman" panose="02020603050405020304" pitchFamily="18" charset="0"/>
                <a:cs typeface="Times New Roman" panose="02020603050405020304" pitchFamily="18" charset="0"/>
              </a:rPr>
            </a:br>
            <a:r>
              <a:rPr lang="en-US" sz="2200" dirty="0" smtClean="0">
                <a:latin typeface="Times New Roman" panose="02020603050405020304" pitchFamily="18" charset="0"/>
                <a:cs typeface="Times New Roman" panose="02020603050405020304" pitchFamily="18" charset="0"/>
              </a:rPr>
              <a:t>	• </a:t>
            </a:r>
            <a:r>
              <a:rPr lang="en-US" sz="2200" dirty="0">
                <a:latin typeface="Times New Roman" panose="02020603050405020304" pitchFamily="18" charset="0"/>
                <a:cs typeface="Times New Roman" panose="02020603050405020304" pitchFamily="18" charset="0"/>
              </a:rPr>
              <a:t>The system models a real-world journaling workflow where entries are stored </a:t>
            </a:r>
            <a:r>
              <a:rPr lang="en-US" sz="2200" dirty="0" smtClean="0">
                <a:latin typeface="Times New Roman" panose="02020603050405020304" pitchFamily="18" charset="0"/>
                <a:cs typeface="Times New Roman" panose="02020603050405020304" pitchFamily="18" charset="0"/>
              </a:rPr>
              <a:t>	sequentially </a:t>
            </a:r>
            <a:r>
              <a:rPr lang="en-US" sz="2200" dirty="0">
                <a:latin typeface="Times New Roman" panose="02020603050405020304" pitchFamily="18" charset="0"/>
                <a:cs typeface="Times New Roman" panose="02020603050405020304" pitchFamily="18" charset="0"/>
              </a:rPr>
              <a:t>and retrieved later.</a:t>
            </a:r>
          </a:p>
          <a:p>
            <a:pPr marL="0" indent="0">
              <a:buNone/>
            </a:pPr>
            <a:endParaRPr lang="en-US" dirty="0">
              <a:latin typeface="Times New Roman" panose="02020603050405020304" pitchFamily="18" charset="0"/>
              <a:cs typeface="Times New Roman" panose="02020603050405020304" pitchFamily="18" charset="0"/>
            </a:endParaRPr>
          </a:p>
        </p:txBody>
      </p:sp>
      <p:sp>
        <p:nvSpPr>
          <p:cNvPr id="5" name="Date Placeholder 4">
            <a:extLst>
              <a:ext uri="{FF2B5EF4-FFF2-40B4-BE49-F238E27FC236}">
                <a16:creationId xmlns="" xmlns:a16="http://schemas.microsoft.com/office/drawing/2014/main" id="{12D1C05D-4DC9-ADC0-13CA-909E89023113}"/>
              </a:ext>
            </a:extLst>
          </p:cNvPr>
          <p:cNvSpPr>
            <a:spLocks noGrp="1"/>
          </p:cNvSpPr>
          <p:nvPr>
            <p:ph type="dt" sz="half" idx="10"/>
          </p:nvPr>
        </p:nvSpPr>
        <p:spPr/>
        <p:txBody>
          <a:bodyPr/>
          <a:lstStyle/>
          <a:p>
            <a:fld id="{20A639D7-EAE1-7C4A-AC63-30DD6B16DE20}" type="datetime1">
              <a:rPr lang="en-IN" smtClean="0"/>
              <a:t>10-03-2026</a:t>
            </a:fld>
            <a:endParaRPr lang="en-US"/>
          </a:p>
        </p:txBody>
      </p:sp>
      <p:sp>
        <p:nvSpPr>
          <p:cNvPr id="6" name="Footer Placeholder 5">
            <a:extLst>
              <a:ext uri="{FF2B5EF4-FFF2-40B4-BE49-F238E27FC236}">
                <a16:creationId xmlns="" xmlns:a16="http://schemas.microsoft.com/office/drawing/2014/main" id="{F4CC7196-73FE-144C-6DB9-248E7AB56907}"/>
              </a:ext>
            </a:extLst>
          </p:cNvPr>
          <p:cNvSpPr>
            <a:spLocks noGrp="1"/>
          </p:cNvSpPr>
          <p:nvPr>
            <p:ph type="ftr" sz="quarter" idx="11"/>
          </p:nvPr>
        </p:nvSpPr>
        <p:spPr/>
        <p:txBody>
          <a:bodyPr/>
          <a:lstStyle/>
          <a:p>
            <a:r>
              <a:rPr lang="en-US" dirty="0"/>
              <a:t>173030211           Department of CSE</a:t>
            </a:r>
          </a:p>
        </p:txBody>
      </p:sp>
      <p:sp>
        <p:nvSpPr>
          <p:cNvPr id="7" name="Slide Number Placeholder 6">
            <a:extLst>
              <a:ext uri="{FF2B5EF4-FFF2-40B4-BE49-F238E27FC236}">
                <a16:creationId xmlns="" xmlns:a16="http://schemas.microsoft.com/office/drawing/2014/main" id="{5F194048-D768-5663-4851-89B00F981F60}"/>
              </a:ext>
            </a:extLst>
          </p:cNvPr>
          <p:cNvSpPr>
            <a:spLocks noGrp="1"/>
          </p:cNvSpPr>
          <p:nvPr>
            <p:ph type="sldNum" sz="quarter" idx="12"/>
          </p:nvPr>
        </p:nvSpPr>
        <p:spPr/>
        <p:txBody>
          <a:bodyPr/>
          <a:lstStyle/>
          <a:p>
            <a:fld id="{B961B71F-4B40-8942-BB88-E0F5C0B46E10}" type="slidenum">
              <a:rPr lang="en-US" smtClean="0"/>
              <a:t>14</a:t>
            </a:fld>
            <a:endParaRPr lang="en-US"/>
          </a:p>
        </p:txBody>
      </p:sp>
    </p:spTree>
    <p:extLst>
      <p:ext uri="{BB962C8B-B14F-4D97-AF65-F5344CB8AC3E}">
        <p14:creationId xmlns:p14="http://schemas.microsoft.com/office/powerpoint/2010/main" val="117403814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DB8A9CAF-7EB0-0890-1F26-CA3F8236AA13}"/>
            </a:ext>
          </a:extLst>
        </p:cNvPr>
        <p:cNvGrpSpPr/>
        <p:nvPr/>
      </p:nvGrpSpPr>
      <p:grpSpPr>
        <a:xfrm>
          <a:off x="0" y="0"/>
          <a:ext cx="0" cy="0"/>
          <a:chOff x="0" y="0"/>
          <a:chExt cx="0" cy="0"/>
        </a:xfrm>
      </p:grpSpPr>
      <p:sp>
        <p:nvSpPr>
          <p:cNvPr id="9" name="Content Placeholder 8">
            <a:extLst>
              <a:ext uri="{FF2B5EF4-FFF2-40B4-BE49-F238E27FC236}">
                <a16:creationId xmlns="" xmlns:a16="http://schemas.microsoft.com/office/drawing/2014/main" id="{6726AE93-69A8-DC85-DA45-05F4D66EF996}"/>
              </a:ext>
            </a:extLst>
          </p:cNvPr>
          <p:cNvSpPr>
            <a:spLocks noGrp="1"/>
          </p:cNvSpPr>
          <p:nvPr>
            <p:ph idx="1"/>
          </p:nvPr>
        </p:nvSpPr>
        <p:spPr/>
        <p:txBody>
          <a:bodyPr>
            <a:normAutofit/>
          </a:bodyPr>
          <a:lstStyle/>
          <a:p>
            <a:r>
              <a:rPr lang="en-US" sz="2200" b="1" dirty="0">
                <a:latin typeface="Times New Roman" panose="02020603050405020304" pitchFamily="18" charset="0"/>
                <a:cs typeface="Times New Roman" panose="02020603050405020304" pitchFamily="18" charset="0"/>
              </a:rPr>
              <a:t>CO4 – Hash-based Data </a:t>
            </a:r>
            <a:r>
              <a:rPr lang="en-US" sz="2200" b="1" dirty="0" smtClean="0">
                <a:latin typeface="Times New Roman" panose="02020603050405020304" pitchFamily="18" charset="0"/>
                <a:cs typeface="Times New Roman" panose="02020603050405020304" pitchFamily="18" charset="0"/>
              </a:rPr>
              <a:t>Structures</a:t>
            </a:r>
            <a:endParaRPr lang="en-US" sz="2200" dirty="0">
              <a:latin typeface="Times New Roman" panose="02020603050405020304" pitchFamily="18" charset="0"/>
              <a:cs typeface="Times New Roman" panose="02020603050405020304" pitchFamily="18" charset="0"/>
            </a:endParaRPr>
          </a:p>
          <a:p>
            <a:pPr marL="0" indent="0">
              <a:buNone/>
            </a:pPr>
            <a:r>
              <a:rPr lang="en-US" sz="2200" dirty="0" smtClean="0">
                <a:latin typeface="Times New Roman" panose="02020603050405020304" pitchFamily="18" charset="0"/>
                <a:cs typeface="Times New Roman" panose="02020603050405020304" pitchFamily="18" charset="0"/>
              </a:rPr>
              <a:t>  	• </a:t>
            </a:r>
            <a:r>
              <a:rPr lang="en-US" sz="2200" dirty="0">
                <a:latin typeface="Times New Roman" panose="02020603050405020304" pitchFamily="18" charset="0"/>
                <a:cs typeface="Times New Roman" panose="02020603050405020304" pitchFamily="18" charset="0"/>
              </a:rPr>
              <a:t>Implemented </a:t>
            </a:r>
            <a:r>
              <a:rPr lang="en-US" sz="2200" dirty="0" err="1">
                <a:latin typeface="Times New Roman" panose="02020603050405020304" pitchFamily="18" charset="0"/>
                <a:cs typeface="Times New Roman" panose="02020603050405020304" pitchFamily="18" charset="0"/>
              </a:rPr>
              <a:t>HashMap</a:t>
            </a:r>
            <a:r>
              <a:rPr lang="en-US" sz="2200" dirty="0">
                <a:latin typeface="Times New Roman" panose="02020603050405020304" pitchFamily="18" charset="0"/>
                <a:cs typeface="Times New Roman" panose="02020603050405020304" pitchFamily="18" charset="0"/>
              </a:rPr>
              <a:t> to store ritual entries using date as the </a:t>
            </a:r>
            <a:r>
              <a:rPr lang="en-US" sz="2200" dirty="0" smtClean="0">
                <a:latin typeface="Times New Roman" panose="02020603050405020304" pitchFamily="18" charset="0"/>
                <a:cs typeface="Times New Roman" panose="02020603050405020304" pitchFamily="18" charset="0"/>
              </a:rPr>
              <a:t>key &amp; enables fast     	lookup </a:t>
            </a:r>
            <a:r>
              <a:rPr lang="en-US" sz="2200" dirty="0">
                <a:latin typeface="Times New Roman" panose="02020603050405020304" pitchFamily="18" charset="0"/>
                <a:cs typeface="Times New Roman" panose="02020603050405020304" pitchFamily="18" charset="0"/>
              </a:rPr>
              <a:t>and efficient data management.</a:t>
            </a:r>
            <a:r>
              <a:rPr lang="en-US" sz="2200" dirty="0" smtClean="0">
                <a:latin typeface="Times New Roman" panose="02020603050405020304" pitchFamily="18" charset="0"/>
                <a:cs typeface="Times New Roman" panose="02020603050405020304" pitchFamily="18" charset="0"/>
              </a:rPr>
              <a:t> </a:t>
            </a:r>
          </a:p>
          <a:p>
            <a:pPr marL="0" indent="0">
              <a:buNone/>
            </a:pPr>
            <a:endParaRPr lang="en-US" sz="2200" dirty="0" smtClean="0">
              <a:latin typeface="Times New Roman" panose="02020603050405020304" pitchFamily="18" charset="0"/>
              <a:cs typeface="Times New Roman" panose="02020603050405020304" pitchFamily="18" charset="0"/>
            </a:endParaRPr>
          </a:p>
          <a:p>
            <a:r>
              <a:rPr lang="en-US" sz="2200" b="1" dirty="0" smtClean="0">
                <a:latin typeface="Times New Roman" panose="02020603050405020304" pitchFamily="18" charset="0"/>
                <a:cs typeface="Times New Roman" panose="02020603050405020304" pitchFamily="18" charset="0"/>
              </a:rPr>
              <a:t>CO5 </a:t>
            </a:r>
            <a:r>
              <a:rPr lang="en-US" sz="2200" b="1" dirty="0">
                <a:latin typeface="Times New Roman" panose="02020603050405020304" pitchFamily="18" charset="0"/>
                <a:cs typeface="Times New Roman" panose="02020603050405020304" pitchFamily="18" charset="0"/>
              </a:rPr>
              <a:t>– Application of Linear Data Structures</a:t>
            </a:r>
            <a:r>
              <a:rPr lang="en-US" sz="2200" dirty="0">
                <a:latin typeface="Times New Roman" panose="02020603050405020304" pitchFamily="18" charset="0"/>
                <a:cs typeface="Times New Roman" panose="02020603050405020304" pitchFamily="18" charset="0"/>
              </a:rPr>
              <a:t/>
            </a:r>
            <a:br>
              <a:rPr lang="en-US" sz="2200" dirty="0">
                <a:latin typeface="Times New Roman" panose="02020603050405020304" pitchFamily="18" charset="0"/>
                <a:cs typeface="Times New Roman" panose="02020603050405020304" pitchFamily="18" charset="0"/>
              </a:rPr>
            </a:br>
            <a:r>
              <a:rPr lang="en-US" sz="2200" dirty="0" smtClean="0">
                <a:latin typeface="Times New Roman" panose="02020603050405020304" pitchFamily="18" charset="0"/>
                <a:cs typeface="Times New Roman" panose="02020603050405020304" pitchFamily="18" charset="0"/>
              </a:rPr>
              <a:t>	• </a:t>
            </a:r>
            <a:r>
              <a:rPr lang="en-US" sz="2200" dirty="0">
                <a:latin typeface="Times New Roman" panose="02020603050405020304" pitchFamily="18" charset="0"/>
                <a:cs typeface="Times New Roman" panose="02020603050405020304" pitchFamily="18" charset="0"/>
              </a:rPr>
              <a:t>Built a practical journaling application using </a:t>
            </a:r>
            <a:r>
              <a:rPr lang="en-US" sz="2200" dirty="0" err="1">
                <a:latin typeface="Times New Roman" panose="02020603050405020304" pitchFamily="18" charset="0"/>
                <a:cs typeface="Times New Roman" panose="02020603050405020304" pitchFamily="18" charset="0"/>
              </a:rPr>
              <a:t>ArrayList</a:t>
            </a:r>
            <a:r>
              <a:rPr lang="en-US" sz="2200" dirty="0">
                <a:latin typeface="Times New Roman" panose="02020603050405020304" pitchFamily="18" charset="0"/>
                <a:cs typeface="Times New Roman" panose="02020603050405020304" pitchFamily="18" charset="0"/>
              </a:rPr>
              <a:t>, searching, and sorting </a:t>
            </a:r>
            <a:r>
              <a:rPr lang="en-US" sz="2200" dirty="0" smtClean="0">
                <a:latin typeface="Times New Roman" panose="02020603050405020304" pitchFamily="18" charset="0"/>
                <a:cs typeface="Times New Roman" panose="02020603050405020304" pitchFamily="18" charset="0"/>
              </a:rPr>
              <a:t>	operations</a:t>
            </a:r>
            <a:r>
              <a:rPr lang="en-US" sz="2200" dirty="0">
                <a:latin typeface="Times New Roman" panose="02020603050405020304" pitchFamily="18" charset="0"/>
                <a:cs typeface="Times New Roman" panose="02020603050405020304" pitchFamily="18" charset="0"/>
              </a:rPr>
              <a:t>.</a:t>
            </a:r>
          </a:p>
          <a:p>
            <a:r>
              <a:rPr lang="en-US" sz="2200" b="1" dirty="0">
                <a:latin typeface="Times New Roman" panose="02020603050405020304" pitchFamily="18" charset="0"/>
                <a:cs typeface="Times New Roman" panose="02020603050405020304" pitchFamily="18" charset="0"/>
              </a:rPr>
              <a:t>CO6 – Program Development using Data Structures</a:t>
            </a:r>
            <a:r>
              <a:rPr lang="en-US" sz="2200" dirty="0">
                <a:latin typeface="Times New Roman" panose="02020603050405020304" pitchFamily="18" charset="0"/>
                <a:cs typeface="Times New Roman" panose="02020603050405020304" pitchFamily="18" charset="0"/>
              </a:rPr>
              <a:t/>
            </a:r>
            <a:br>
              <a:rPr lang="en-US" sz="2200" dirty="0">
                <a:latin typeface="Times New Roman" panose="02020603050405020304" pitchFamily="18" charset="0"/>
                <a:cs typeface="Times New Roman" panose="02020603050405020304" pitchFamily="18" charset="0"/>
              </a:rPr>
            </a:br>
            <a:r>
              <a:rPr lang="en-US" sz="2200" dirty="0" smtClean="0">
                <a:latin typeface="Times New Roman" panose="02020603050405020304" pitchFamily="18" charset="0"/>
                <a:cs typeface="Times New Roman" panose="02020603050405020304" pitchFamily="18" charset="0"/>
              </a:rPr>
              <a:t>	• </a:t>
            </a:r>
            <a:r>
              <a:rPr lang="en-US" sz="2200" dirty="0">
                <a:latin typeface="Times New Roman" panose="02020603050405020304" pitchFamily="18" charset="0"/>
                <a:cs typeface="Times New Roman" panose="02020603050405020304" pitchFamily="18" charset="0"/>
              </a:rPr>
              <a:t>Developed a menu-driven Java application demonstrating practical use of data </a:t>
            </a:r>
            <a:r>
              <a:rPr lang="en-US" sz="2200" dirty="0" smtClean="0">
                <a:latin typeface="Times New Roman" panose="02020603050405020304" pitchFamily="18" charset="0"/>
                <a:cs typeface="Times New Roman" panose="02020603050405020304" pitchFamily="18" charset="0"/>
              </a:rPr>
              <a:t>	structures </a:t>
            </a:r>
            <a:r>
              <a:rPr lang="en-US" sz="2200" dirty="0">
                <a:latin typeface="Times New Roman" panose="02020603050405020304" pitchFamily="18" charset="0"/>
                <a:cs typeface="Times New Roman" panose="02020603050405020304" pitchFamily="18" charset="0"/>
              </a:rPr>
              <a:t>and algorithms.</a:t>
            </a:r>
          </a:p>
        </p:txBody>
      </p:sp>
      <p:sp>
        <p:nvSpPr>
          <p:cNvPr id="5" name="Date Placeholder 4">
            <a:extLst>
              <a:ext uri="{FF2B5EF4-FFF2-40B4-BE49-F238E27FC236}">
                <a16:creationId xmlns="" xmlns:a16="http://schemas.microsoft.com/office/drawing/2014/main" id="{12D1C05D-4DC9-ADC0-13CA-909E89023113}"/>
              </a:ext>
            </a:extLst>
          </p:cNvPr>
          <p:cNvSpPr>
            <a:spLocks noGrp="1"/>
          </p:cNvSpPr>
          <p:nvPr>
            <p:ph type="dt" sz="half" idx="10"/>
          </p:nvPr>
        </p:nvSpPr>
        <p:spPr/>
        <p:txBody>
          <a:bodyPr/>
          <a:lstStyle/>
          <a:p>
            <a:fld id="{20A639D7-EAE1-7C4A-AC63-30DD6B16DE20}" type="datetime1">
              <a:rPr lang="en-IN" smtClean="0"/>
              <a:t>10-03-2026</a:t>
            </a:fld>
            <a:endParaRPr lang="en-US"/>
          </a:p>
        </p:txBody>
      </p:sp>
      <p:sp>
        <p:nvSpPr>
          <p:cNvPr id="6" name="Footer Placeholder 5">
            <a:extLst>
              <a:ext uri="{FF2B5EF4-FFF2-40B4-BE49-F238E27FC236}">
                <a16:creationId xmlns="" xmlns:a16="http://schemas.microsoft.com/office/drawing/2014/main" id="{F4CC7196-73FE-144C-6DB9-248E7AB56907}"/>
              </a:ext>
            </a:extLst>
          </p:cNvPr>
          <p:cNvSpPr>
            <a:spLocks noGrp="1"/>
          </p:cNvSpPr>
          <p:nvPr>
            <p:ph type="ftr" sz="quarter" idx="11"/>
          </p:nvPr>
        </p:nvSpPr>
        <p:spPr/>
        <p:txBody>
          <a:bodyPr/>
          <a:lstStyle/>
          <a:p>
            <a:r>
              <a:rPr lang="en-US" dirty="0"/>
              <a:t>173030211           Department of CSE</a:t>
            </a:r>
          </a:p>
        </p:txBody>
      </p:sp>
      <p:sp>
        <p:nvSpPr>
          <p:cNvPr id="7" name="Slide Number Placeholder 6">
            <a:extLst>
              <a:ext uri="{FF2B5EF4-FFF2-40B4-BE49-F238E27FC236}">
                <a16:creationId xmlns="" xmlns:a16="http://schemas.microsoft.com/office/drawing/2014/main" id="{5F194048-D768-5663-4851-89B00F981F60}"/>
              </a:ext>
            </a:extLst>
          </p:cNvPr>
          <p:cNvSpPr>
            <a:spLocks noGrp="1"/>
          </p:cNvSpPr>
          <p:nvPr>
            <p:ph type="sldNum" sz="quarter" idx="12"/>
          </p:nvPr>
        </p:nvSpPr>
        <p:spPr/>
        <p:txBody>
          <a:bodyPr/>
          <a:lstStyle/>
          <a:p>
            <a:fld id="{B961B71F-4B40-8942-BB88-E0F5C0B46E10}" type="slidenum">
              <a:rPr lang="en-US" smtClean="0"/>
              <a:t>15</a:t>
            </a:fld>
            <a:endParaRPr lang="en-US"/>
          </a:p>
        </p:txBody>
      </p:sp>
    </p:spTree>
    <p:extLst>
      <p:ext uri="{BB962C8B-B14F-4D97-AF65-F5344CB8AC3E}">
        <p14:creationId xmlns:p14="http://schemas.microsoft.com/office/powerpoint/2010/main" val="34436582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37323D68-D41B-9825-3931-B79590C795F8}"/>
              </a:ext>
            </a:extLst>
          </p:cNvPr>
          <p:cNvSpPr>
            <a:spLocks noGrp="1"/>
          </p:cNvSpPr>
          <p:nvPr>
            <p:ph type="title"/>
          </p:nvPr>
        </p:nvSpPr>
        <p:spPr/>
        <p:txBody>
          <a:bodyPr/>
          <a:lstStyle/>
          <a:p>
            <a:r>
              <a:rPr lang="en-US" dirty="0"/>
              <a:t>Screenshots </a:t>
            </a:r>
            <a:r>
              <a:rPr lang="en-US" dirty="0" smtClean="0"/>
              <a:t>for DSA</a:t>
            </a:r>
            <a:endParaRPr lang="en-US" dirty="0"/>
          </a:p>
        </p:txBody>
      </p:sp>
      <p:sp>
        <p:nvSpPr>
          <p:cNvPr id="4" name="Date Placeholder 3">
            <a:extLst>
              <a:ext uri="{FF2B5EF4-FFF2-40B4-BE49-F238E27FC236}">
                <a16:creationId xmlns="" xmlns:a16="http://schemas.microsoft.com/office/drawing/2014/main" id="{F1963D1B-E2DB-29C3-BA63-FF21B16E3D52}"/>
              </a:ext>
            </a:extLst>
          </p:cNvPr>
          <p:cNvSpPr>
            <a:spLocks noGrp="1"/>
          </p:cNvSpPr>
          <p:nvPr>
            <p:ph type="dt" sz="half" idx="10"/>
          </p:nvPr>
        </p:nvSpPr>
        <p:spPr/>
        <p:txBody>
          <a:bodyPr/>
          <a:lstStyle/>
          <a:p>
            <a:fld id="{9C5272DB-0103-AF4C-A22D-07421EC406AD}" type="datetime1">
              <a:rPr lang="en-IN" smtClean="0"/>
              <a:t>10-03-2026</a:t>
            </a:fld>
            <a:endParaRPr lang="en-US"/>
          </a:p>
        </p:txBody>
      </p:sp>
      <p:sp>
        <p:nvSpPr>
          <p:cNvPr id="5" name="Footer Placeholder 4">
            <a:extLst>
              <a:ext uri="{FF2B5EF4-FFF2-40B4-BE49-F238E27FC236}">
                <a16:creationId xmlns="" xmlns:a16="http://schemas.microsoft.com/office/drawing/2014/main" id="{49114CB5-AB44-10F9-E8AF-4658C65956F4}"/>
              </a:ext>
            </a:extLst>
          </p:cNvPr>
          <p:cNvSpPr>
            <a:spLocks noGrp="1"/>
          </p:cNvSpPr>
          <p:nvPr>
            <p:ph type="ftr" sz="quarter" idx="11"/>
          </p:nvPr>
        </p:nvSpPr>
        <p:spPr/>
        <p:txBody>
          <a:bodyPr/>
          <a:lstStyle/>
          <a:p>
            <a:r>
              <a:rPr lang="en-US" dirty="0"/>
              <a:t>173030211           Department of CSE</a:t>
            </a:r>
          </a:p>
        </p:txBody>
      </p:sp>
      <p:sp>
        <p:nvSpPr>
          <p:cNvPr id="6" name="Slide Number Placeholder 5">
            <a:extLst>
              <a:ext uri="{FF2B5EF4-FFF2-40B4-BE49-F238E27FC236}">
                <a16:creationId xmlns="" xmlns:a16="http://schemas.microsoft.com/office/drawing/2014/main" id="{198D5113-7B1F-AF02-CDA9-5B3AB95BE716}"/>
              </a:ext>
            </a:extLst>
          </p:cNvPr>
          <p:cNvSpPr>
            <a:spLocks noGrp="1"/>
          </p:cNvSpPr>
          <p:nvPr>
            <p:ph type="sldNum" sz="quarter" idx="12"/>
          </p:nvPr>
        </p:nvSpPr>
        <p:spPr/>
        <p:txBody>
          <a:bodyPr/>
          <a:lstStyle/>
          <a:p>
            <a:fld id="{B961B71F-4B40-8942-BB88-E0F5C0B46E10}" type="slidenum">
              <a:rPr lang="en-US" smtClean="0"/>
              <a:t>16</a:t>
            </a:fld>
            <a:endParaRPr lang="en-US"/>
          </a:p>
        </p:txBody>
      </p:sp>
      <p:pic>
        <p:nvPicPr>
          <p:cNvPr id="1026"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799712" y="1657816"/>
            <a:ext cx="2781688" cy="23434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73992" y="1657815"/>
            <a:ext cx="6173787" cy="2219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43195371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 xmlns:a16="http://schemas.microsoft.com/office/drawing/2014/main" id="{F1963D1B-E2DB-29C3-BA63-FF21B16E3D52}"/>
              </a:ext>
            </a:extLst>
          </p:cNvPr>
          <p:cNvSpPr>
            <a:spLocks noGrp="1"/>
          </p:cNvSpPr>
          <p:nvPr>
            <p:ph type="dt" sz="half" idx="10"/>
          </p:nvPr>
        </p:nvSpPr>
        <p:spPr/>
        <p:txBody>
          <a:bodyPr/>
          <a:lstStyle/>
          <a:p>
            <a:fld id="{9C5272DB-0103-AF4C-A22D-07421EC406AD}" type="datetime1">
              <a:rPr lang="en-IN" smtClean="0"/>
              <a:t>10-03-2026</a:t>
            </a:fld>
            <a:endParaRPr lang="en-US"/>
          </a:p>
        </p:txBody>
      </p:sp>
      <p:sp>
        <p:nvSpPr>
          <p:cNvPr id="5" name="Footer Placeholder 4">
            <a:extLst>
              <a:ext uri="{FF2B5EF4-FFF2-40B4-BE49-F238E27FC236}">
                <a16:creationId xmlns="" xmlns:a16="http://schemas.microsoft.com/office/drawing/2014/main" id="{49114CB5-AB44-10F9-E8AF-4658C65956F4}"/>
              </a:ext>
            </a:extLst>
          </p:cNvPr>
          <p:cNvSpPr>
            <a:spLocks noGrp="1"/>
          </p:cNvSpPr>
          <p:nvPr>
            <p:ph type="ftr" sz="quarter" idx="11"/>
          </p:nvPr>
        </p:nvSpPr>
        <p:spPr/>
        <p:txBody>
          <a:bodyPr/>
          <a:lstStyle/>
          <a:p>
            <a:r>
              <a:rPr lang="en-US" dirty="0"/>
              <a:t>173030211           Department of CSE</a:t>
            </a:r>
          </a:p>
        </p:txBody>
      </p:sp>
      <p:sp>
        <p:nvSpPr>
          <p:cNvPr id="6" name="Slide Number Placeholder 5">
            <a:extLst>
              <a:ext uri="{FF2B5EF4-FFF2-40B4-BE49-F238E27FC236}">
                <a16:creationId xmlns="" xmlns:a16="http://schemas.microsoft.com/office/drawing/2014/main" id="{198D5113-7B1F-AF02-CDA9-5B3AB95BE716}"/>
              </a:ext>
            </a:extLst>
          </p:cNvPr>
          <p:cNvSpPr>
            <a:spLocks noGrp="1"/>
          </p:cNvSpPr>
          <p:nvPr>
            <p:ph type="sldNum" sz="quarter" idx="12"/>
          </p:nvPr>
        </p:nvSpPr>
        <p:spPr/>
        <p:txBody>
          <a:bodyPr/>
          <a:lstStyle/>
          <a:p>
            <a:fld id="{B961B71F-4B40-8942-BB88-E0F5C0B46E10}" type="slidenum">
              <a:rPr lang="en-US" smtClean="0"/>
              <a:t>17</a:t>
            </a:fld>
            <a:endParaRPr lang="en-US"/>
          </a:p>
        </p:txBody>
      </p:sp>
      <p:pic>
        <p:nvPicPr>
          <p:cNvPr id="9" name="Picture 4"/>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617859" y="1561465"/>
            <a:ext cx="3141341" cy="26054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53673" y="2071688"/>
            <a:ext cx="4448175" cy="904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5679151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74163A63-E30E-0694-B089-838C7E389AFD}"/>
            </a:ext>
          </a:extLst>
        </p:cNvPr>
        <p:cNvGrpSpPr/>
        <p:nvPr/>
      </p:nvGrpSpPr>
      <p:grpSpPr>
        <a:xfrm>
          <a:off x="0" y="0"/>
          <a:ext cx="0" cy="0"/>
          <a:chOff x="0" y="0"/>
          <a:chExt cx="0" cy="0"/>
        </a:xfrm>
      </p:grpSpPr>
      <p:sp>
        <p:nvSpPr>
          <p:cNvPr id="8" name="Title 7">
            <a:extLst>
              <a:ext uri="{FF2B5EF4-FFF2-40B4-BE49-F238E27FC236}">
                <a16:creationId xmlns="" xmlns:a16="http://schemas.microsoft.com/office/drawing/2014/main" id="{7E8F526A-5F54-0308-7336-A6E081606439}"/>
              </a:ext>
            </a:extLst>
          </p:cNvPr>
          <p:cNvSpPr>
            <a:spLocks noGrp="1"/>
          </p:cNvSpPr>
          <p:nvPr>
            <p:ph type="title"/>
          </p:nvPr>
        </p:nvSpPr>
        <p:spPr>
          <a:xfrm>
            <a:off x="1180618" y="365125"/>
            <a:ext cx="10173182" cy="1128009"/>
          </a:xfrm>
        </p:spPr>
        <p:txBody>
          <a:bodyPr/>
          <a:lstStyle/>
          <a:p>
            <a:pPr algn="ctr"/>
            <a:r>
              <a:rPr lang="en-US" b="1" dirty="0"/>
              <a:t>Conclusion</a:t>
            </a:r>
          </a:p>
        </p:txBody>
      </p:sp>
      <p:sp>
        <p:nvSpPr>
          <p:cNvPr id="9" name="Content Placeholder 8">
            <a:extLst>
              <a:ext uri="{FF2B5EF4-FFF2-40B4-BE49-F238E27FC236}">
                <a16:creationId xmlns="" xmlns:a16="http://schemas.microsoft.com/office/drawing/2014/main" id="{956E9376-CB4B-895B-7B5C-D2F5AAED7494}"/>
              </a:ext>
            </a:extLst>
          </p:cNvPr>
          <p:cNvSpPr>
            <a:spLocks noGrp="1"/>
          </p:cNvSpPr>
          <p:nvPr>
            <p:ph idx="1"/>
          </p:nvPr>
        </p:nvSpPr>
        <p:spPr/>
        <p:txBody>
          <a:bodyPr>
            <a:normAutofit/>
          </a:bodyPr>
          <a:lstStyle/>
          <a:p>
            <a:r>
              <a:rPr lang="en-US" sz="2200" b="1" dirty="0">
                <a:latin typeface="Times New Roman" panose="02020603050405020304" pitchFamily="18" charset="0"/>
                <a:cs typeface="Times New Roman" panose="02020603050405020304" pitchFamily="18" charset="0"/>
              </a:rPr>
              <a:t>UNMUTE</a:t>
            </a:r>
            <a:r>
              <a:rPr lang="en-US" sz="2200" dirty="0">
                <a:latin typeface="Times New Roman" panose="02020603050405020304" pitchFamily="18" charset="0"/>
                <a:cs typeface="Times New Roman" panose="02020603050405020304" pitchFamily="18" charset="0"/>
              </a:rPr>
              <a:t> successfully demonstrates how web technologies can be used to create an interactive platform for emotional reflection and self-awareness. By combining structured journaling with dynamic web features, the application encourages users to regularly reflect on their experiences and track their emotional well-being.</a:t>
            </a:r>
          </a:p>
          <a:p>
            <a:r>
              <a:rPr lang="en-US" sz="2200" dirty="0">
                <a:latin typeface="Times New Roman" panose="02020603050405020304" pitchFamily="18" charset="0"/>
                <a:cs typeface="Times New Roman" panose="02020603050405020304" pitchFamily="18" charset="0"/>
              </a:rPr>
              <a:t>The project also showcases practical implementation of HTML, CSS, and JavaScript concepts such as responsive layouts, form handling, DOM manipulation, and browser storage.</a:t>
            </a:r>
          </a:p>
          <a:p>
            <a:r>
              <a:rPr lang="en-US" sz="2200" dirty="0">
                <a:latin typeface="Times New Roman" panose="02020603050405020304" pitchFamily="18" charset="0"/>
                <a:cs typeface="Times New Roman" panose="02020603050405020304" pitchFamily="18" charset="0"/>
              </a:rPr>
              <a:t>Future improvements may include user authentication systems, cloud data storage, and advanced analytics for emotional trends.</a:t>
            </a:r>
          </a:p>
          <a:p>
            <a:pPr marL="0" indent="0">
              <a:buNone/>
            </a:pPr>
            <a:endParaRPr lang="en-US" dirty="0"/>
          </a:p>
        </p:txBody>
      </p:sp>
      <p:sp>
        <p:nvSpPr>
          <p:cNvPr id="5" name="Date Placeholder 4">
            <a:extLst>
              <a:ext uri="{FF2B5EF4-FFF2-40B4-BE49-F238E27FC236}">
                <a16:creationId xmlns="" xmlns:a16="http://schemas.microsoft.com/office/drawing/2014/main" id="{82A84C9A-73D1-DA76-6E0C-91C24CB8321A}"/>
              </a:ext>
            </a:extLst>
          </p:cNvPr>
          <p:cNvSpPr>
            <a:spLocks noGrp="1"/>
          </p:cNvSpPr>
          <p:nvPr>
            <p:ph type="dt" sz="half" idx="10"/>
          </p:nvPr>
        </p:nvSpPr>
        <p:spPr/>
        <p:txBody>
          <a:bodyPr/>
          <a:lstStyle/>
          <a:p>
            <a:fld id="{20A639D7-EAE1-7C4A-AC63-30DD6B16DE20}" type="datetime1">
              <a:rPr lang="en-IN" smtClean="0"/>
              <a:t>10-03-2026</a:t>
            </a:fld>
            <a:endParaRPr lang="en-US"/>
          </a:p>
        </p:txBody>
      </p:sp>
      <p:sp>
        <p:nvSpPr>
          <p:cNvPr id="6" name="Footer Placeholder 5">
            <a:extLst>
              <a:ext uri="{FF2B5EF4-FFF2-40B4-BE49-F238E27FC236}">
                <a16:creationId xmlns="" xmlns:a16="http://schemas.microsoft.com/office/drawing/2014/main" id="{CB81726C-C351-8876-43C7-C9B8807EA560}"/>
              </a:ext>
            </a:extLst>
          </p:cNvPr>
          <p:cNvSpPr>
            <a:spLocks noGrp="1"/>
          </p:cNvSpPr>
          <p:nvPr>
            <p:ph type="ftr" sz="quarter" idx="11"/>
          </p:nvPr>
        </p:nvSpPr>
        <p:spPr/>
        <p:txBody>
          <a:bodyPr/>
          <a:lstStyle/>
          <a:p>
            <a:r>
              <a:rPr lang="en-US" dirty="0"/>
              <a:t>173030211           Department of CSE</a:t>
            </a:r>
          </a:p>
        </p:txBody>
      </p:sp>
      <p:sp>
        <p:nvSpPr>
          <p:cNvPr id="7" name="Slide Number Placeholder 6">
            <a:extLst>
              <a:ext uri="{FF2B5EF4-FFF2-40B4-BE49-F238E27FC236}">
                <a16:creationId xmlns="" xmlns:a16="http://schemas.microsoft.com/office/drawing/2014/main" id="{36E4E02D-0287-0F0D-A891-AE869E4F0992}"/>
              </a:ext>
            </a:extLst>
          </p:cNvPr>
          <p:cNvSpPr>
            <a:spLocks noGrp="1"/>
          </p:cNvSpPr>
          <p:nvPr>
            <p:ph type="sldNum" sz="quarter" idx="12"/>
          </p:nvPr>
        </p:nvSpPr>
        <p:spPr/>
        <p:txBody>
          <a:bodyPr/>
          <a:lstStyle/>
          <a:p>
            <a:fld id="{B961B71F-4B40-8942-BB88-E0F5C0B46E10}" type="slidenum">
              <a:rPr lang="en-US" smtClean="0"/>
              <a:t>18</a:t>
            </a:fld>
            <a:endParaRPr lang="en-US"/>
          </a:p>
        </p:txBody>
      </p:sp>
    </p:spTree>
    <p:extLst>
      <p:ext uri="{BB962C8B-B14F-4D97-AF65-F5344CB8AC3E}">
        <p14:creationId xmlns:p14="http://schemas.microsoft.com/office/powerpoint/2010/main" val="285891217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77848258-F0F3-1EE4-1AB3-DB04AD69EB8A}"/>
            </a:ext>
          </a:extLst>
        </p:cNvPr>
        <p:cNvGrpSpPr/>
        <p:nvPr/>
      </p:nvGrpSpPr>
      <p:grpSpPr>
        <a:xfrm>
          <a:off x="0" y="0"/>
          <a:ext cx="0" cy="0"/>
          <a:chOff x="0" y="0"/>
          <a:chExt cx="0" cy="0"/>
        </a:xfrm>
      </p:grpSpPr>
      <p:sp>
        <p:nvSpPr>
          <p:cNvPr id="4" name="Date Placeholder 3">
            <a:extLst>
              <a:ext uri="{FF2B5EF4-FFF2-40B4-BE49-F238E27FC236}">
                <a16:creationId xmlns="" xmlns:a16="http://schemas.microsoft.com/office/drawing/2014/main" id="{5B18EAAE-4073-261B-4850-9857C07DBAF0}"/>
              </a:ext>
            </a:extLst>
          </p:cNvPr>
          <p:cNvSpPr>
            <a:spLocks noGrp="1"/>
          </p:cNvSpPr>
          <p:nvPr>
            <p:ph type="dt" sz="half" idx="10"/>
          </p:nvPr>
        </p:nvSpPr>
        <p:spPr/>
        <p:txBody>
          <a:bodyPr/>
          <a:lstStyle/>
          <a:p>
            <a:fld id="{9C5272DB-0103-AF4C-A22D-07421EC406AD}" type="datetime1">
              <a:rPr lang="en-IN" smtClean="0"/>
              <a:t>10-03-2026</a:t>
            </a:fld>
            <a:endParaRPr lang="en-US"/>
          </a:p>
        </p:txBody>
      </p:sp>
      <p:sp>
        <p:nvSpPr>
          <p:cNvPr id="5" name="Footer Placeholder 4">
            <a:extLst>
              <a:ext uri="{FF2B5EF4-FFF2-40B4-BE49-F238E27FC236}">
                <a16:creationId xmlns="" xmlns:a16="http://schemas.microsoft.com/office/drawing/2014/main" id="{A3CA2172-0EFE-3ADA-47FA-029EF21AB5B8}"/>
              </a:ext>
            </a:extLst>
          </p:cNvPr>
          <p:cNvSpPr>
            <a:spLocks noGrp="1"/>
          </p:cNvSpPr>
          <p:nvPr>
            <p:ph type="ftr" sz="quarter" idx="11"/>
          </p:nvPr>
        </p:nvSpPr>
        <p:spPr/>
        <p:txBody>
          <a:bodyPr/>
          <a:lstStyle/>
          <a:p>
            <a:r>
              <a:rPr lang="en-US" dirty="0"/>
              <a:t>173030211           Department of CSE</a:t>
            </a:r>
          </a:p>
        </p:txBody>
      </p:sp>
      <p:sp>
        <p:nvSpPr>
          <p:cNvPr id="6" name="Slide Number Placeholder 5">
            <a:extLst>
              <a:ext uri="{FF2B5EF4-FFF2-40B4-BE49-F238E27FC236}">
                <a16:creationId xmlns="" xmlns:a16="http://schemas.microsoft.com/office/drawing/2014/main" id="{C3E9B8A7-6131-D012-7DA4-A9F36B2B1525}"/>
              </a:ext>
            </a:extLst>
          </p:cNvPr>
          <p:cNvSpPr>
            <a:spLocks noGrp="1"/>
          </p:cNvSpPr>
          <p:nvPr>
            <p:ph type="sldNum" sz="quarter" idx="12"/>
          </p:nvPr>
        </p:nvSpPr>
        <p:spPr/>
        <p:txBody>
          <a:bodyPr/>
          <a:lstStyle/>
          <a:p>
            <a:fld id="{B961B71F-4B40-8942-BB88-E0F5C0B46E10}" type="slidenum">
              <a:rPr lang="en-US" smtClean="0"/>
              <a:t>19</a:t>
            </a:fld>
            <a:endParaRPr lang="en-US"/>
          </a:p>
        </p:txBody>
      </p:sp>
      <p:sp>
        <p:nvSpPr>
          <p:cNvPr id="7" name="Title 7">
            <a:extLst>
              <a:ext uri="{FF2B5EF4-FFF2-40B4-BE49-F238E27FC236}">
                <a16:creationId xmlns="" xmlns:a16="http://schemas.microsoft.com/office/drawing/2014/main" id="{7E8F526A-5F54-0308-7336-A6E081606439}"/>
              </a:ext>
            </a:extLst>
          </p:cNvPr>
          <p:cNvSpPr txBox="1">
            <a:spLocks/>
          </p:cNvSpPr>
          <p:nvPr/>
        </p:nvSpPr>
        <p:spPr>
          <a:xfrm>
            <a:off x="1180618" y="365125"/>
            <a:ext cx="10173182" cy="1128009"/>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b="1" dirty="0" smtClean="0"/>
              <a:t>Geo-Tag Photos</a:t>
            </a:r>
            <a:endParaRPr lang="en-US" b="1" dirty="0"/>
          </a:p>
        </p:txBody>
      </p:sp>
      <p:pic>
        <p:nvPicPr>
          <p:cNvPr id="3076" name="Picture 4" descr="C:\Users\srini\OneDrive\Desktop\Unmute\EXPO.jpe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2683" y="1493134"/>
            <a:ext cx="5433162" cy="4074871"/>
          </a:xfrm>
          <a:prstGeom prst="rect">
            <a:avLst/>
          </a:prstGeom>
          <a:noFill/>
          <a:extLst>
            <a:ext uri="{909E8E84-426E-40DD-AFC4-6F175D3DCCD1}">
              <a14:hiddenFill xmlns:a14="http://schemas.microsoft.com/office/drawing/2010/main">
                <a:solidFill>
                  <a:srgbClr val="FFFFFF"/>
                </a:solidFill>
              </a14:hiddenFill>
            </a:ext>
          </a:extLst>
        </p:spPr>
      </p:pic>
      <p:pic>
        <p:nvPicPr>
          <p:cNvPr id="3077" name="Picture 5" descr="C:\Users\srini\OneDrive\Desktop\Unmute\EXPO_PROJECT.jpe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849858" y="1467518"/>
            <a:ext cx="3105358" cy="41261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5747199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Content Placeholder 8">
            <a:extLst>
              <a:ext uri="{FF2B5EF4-FFF2-40B4-BE49-F238E27FC236}">
                <a16:creationId xmlns="" xmlns:a16="http://schemas.microsoft.com/office/drawing/2014/main" id="{0BAA4F36-AB00-F2C4-B47F-6381355DE604}"/>
              </a:ext>
            </a:extLst>
          </p:cNvPr>
          <p:cNvSpPr>
            <a:spLocks noGrp="1"/>
          </p:cNvSpPr>
          <p:nvPr>
            <p:ph idx="1"/>
          </p:nvPr>
        </p:nvSpPr>
        <p:spPr>
          <a:xfrm>
            <a:off x="838200" y="740780"/>
            <a:ext cx="10515600" cy="5436183"/>
          </a:xfrm>
        </p:spPr>
        <p:txBody>
          <a:bodyPr>
            <a:normAutofit/>
          </a:bodyPr>
          <a:lstStyle/>
          <a:p>
            <a:pPr marL="0" indent="0">
              <a:buNone/>
            </a:pPr>
            <a:endParaRPr lang="en-IN" dirty="0"/>
          </a:p>
          <a:p>
            <a:pPr marL="0" indent="0" algn="ctr">
              <a:buNone/>
            </a:pPr>
            <a:endParaRPr lang="en-IN" sz="4400" dirty="0"/>
          </a:p>
          <a:p>
            <a:pPr marL="0" indent="0" algn="ctr">
              <a:buNone/>
            </a:pPr>
            <a:endParaRPr lang="en-IN" sz="4400" dirty="0"/>
          </a:p>
          <a:p>
            <a:pPr marL="0" indent="0" algn="ctr">
              <a:buNone/>
            </a:pPr>
            <a:r>
              <a:rPr lang="en-IN" sz="4400" dirty="0"/>
              <a:t>THANK YOU</a:t>
            </a:r>
          </a:p>
        </p:txBody>
      </p:sp>
      <p:sp>
        <p:nvSpPr>
          <p:cNvPr id="5" name="Date Placeholder 4">
            <a:extLst>
              <a:ext uri="{FF2B5EF4-FFF2-40B4-BE49-F238E27FC236}">
                <a16:creationId xmlns="" xmlns:a16="http://schemas.microsoft.com/office/drawing/2014/main" id="{BD5C2420-26C9-65B4-41BA-D5CA69721C05}"/>
              </a:ext>
            </a:extLst>
          </p:cNvPr>
          <p:cNvSpPr>
            <a:spLocks noGrp="1"/>
          </p:cNvSpPr>
          <p:nvPr>
            <p:ph type="dt" sz="half" idx="10"/>
          </p:nvPr>
        </p:nvSpPr>
        <p:spPr/>
        <p:txBody>
          <a:bodyPr/>
          <a:lstStyle/>
          <a:p>
            <a:fld id="{7AAD6276-EBF6-BB4A-A6C6-114A8D55B891}" type="datetime1">
              <a:rPr lang="en-IN" smtClean="0"/>
              <a:t>10-03-2026</a:t>
            </a:fld>
            <a:endParaRPr lang="en-US"/>
          </a:p>
        </p:txBody>
      </p:sp>
      <p:sp>
        <p:nvSpPr>
          <p:cNvPr id="6" name="Footer Placeholder 5">
            <a:extLst>
              <a:ext uri="{FF2B5EF4-FFF2-40B4-BE49-F238E27FC236}">
                <a16:creationId xmlns="" xmlns:a16="http://schemas.microsoft.com/office/drawing/2014/main" id="{AE9B4454-96E6-70D8-1440-2142487397DF}"/>
              </a:ext>
            </a:extLst>
          </p:cNvPr>
          <p:cNvSpPr>
            <a:spLocks noGrp="1"/>
          </p:cNvSpPr>
          <p:nvPr>
            <p:ph type="ftr" sz="quarter" idx="11"/>
          </p:nvPr>
        </p:nvSpPr>
        <p:spPr/>
        <p:txBody>
          <a:bodyPr/>
          <a:lstStyle/>
          <a:p>
            <a:r>
              <a:rPr lang="en-US" dirty="0"/>
              <a:t>173030211           Department of CSE</a:t>
            </a:r>
          </a:p>
        </p:txBody>
      </p:sp>
      <p:sp>
        <p:nvSpPr>
          <p:cNvPr id="7" name="Slide Number Placeholder 6">
            <a:extLst>
              <a:ext uri="{FF2B5EF4-FFF2-40B4-BE49-F238E27FC236}">
                <a16:creationId xmlns="" xmlns:a16="http://schemas.microsoft.com/office/drawing/2014/main" id="{5F827BAA-7E22-F268-D9DC-5E17D9155237}"/>
              </a:ext>
            </a:extLst>
          </p:cNvPr>
          <p:cNvSpPr>
            <a:spLocks noGrp="1"/>
          </p:cNvSpPr>
          <p:nvPr>
            <p:ph type="sldNum" sz="quarter" idx="12"/>
          </p:nvPr>
        </p:nvSpPr>
        <p:spPr/>
        <p:txBody>
          <a:bodyPr/>
          <a:lstStyle/>
          <a:p>
            <a:fld id="{B961B71F-4B40-8942-BB88-E0F5C0B46E10}" type="slidenum">
              <a:rPr lang="en-US" smtClean="0"/>
              <a:t>20</a:t>
            </a:fld>
            <a:endParaRPr lang="en-US"/>
          </a:p>
        </p:txBody>
      </p:sp>
    </p:spTree>
    <p:extLst>
      <p:ext uri="{BB962C8B-B14F-4D97-AF65-F5344CB8AC3E}">
        <p14:creationId xmlns:p14="http://schemas.microsoft.com/office/powerpoint/2010/main" val="421395820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4182</TotalTime>
  <Words>555</Words>
  <Application>Microsoft Office PowerPoint</Application>
  <PresentationFormat>Custom</PresentationFormat>
  <Paragraphs>149</Paragraphs>
  <Slides>20</Slides>
  <Notes>0</Notes>
  <HiddenSlides>0</HiddenSlides>
  <MMClips>0</MMClips>
  <ScaleCrop>false</ScaleCrop>
  <HeadingPairs>
    <vt:vector size="4" baseType="variant">
      <vt:variant>
        <vt:lpstr>Theme</vt:lpstr>
      </vt:variant>
      <vt:variant>
        <vt:i4>2</vt:i4>
      </vt:variant>
      <vt:variant>
        <vt:lpstr>Slide Titles</vt:lpstr>
      </vt:variant>
      <vt:variant>
        <vt:i4>20</vt:i4>
      </vt:variant>
    </vt:vector>
  </HeadingPairs>
  <TitlesOfParts>
    <vt:vector size="22" baseType="lpstr">
      <vt:lpstr>Office Theme</vt:lpstr>
      <vt:lpstr>Custom Design</vt:lpstr>
      <vt:lpstr>UNMUTE: A WEEKLY REFLECTION APPLICATION</vt:lpstr>
      <vt:lpstr>OUTLINE</vt:lpstr>
      <vt:lpstr>Abstract</vt:lpstr>
      <vt:lpstr>Existing System </vt:lpstr>
      <vt:lpstr>Proposed System</vt:lpstr>
      <vt:lpstr>System Architecture</vt:lpstr>
      <vt:lpstr>Project Modules</vt:lpstr>
      <vt:lpstr>PowerPoint Presentation</vt:lpstr>
      <vt:lpstr>Objectives</vt:lpstr>
      <vt:lpstr>Co’s Attainments - FWD</vt:lpstr>
      <vt:lpstr>PowerPoint Presentation</vt:lpstr>
      <vt:lpstr>Screenshots for FWD </vt:lpstr>
      <vt:lpstr>PowerPoint Presentation</vt:lpstr>
      <vt:lpstr>Co’s Attainments - DSA</vt:lpstr>
      <vt:lpstr>PowerPoint Presentation</vt:lpstr>
      <vt:lpstr>Screenshots for DSA</vt:lpstr>
      <vt:lpstr>PowerPoint Presentation</vt:lpstr>
      <vt:lpstr>Conclusion</vt:lpstr>
      <vt:lpstr>PowerPoint Presentation</vt:lpstr>
      <vt:lpstr>PowerPoint Presentation</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Dr. SHAHANA BANO</dc:creator>
  <cp:lastModifiedBy>Sri Nithya Kamal</cp:lastModifiedBy>
  <cp:revision>70</cp:revision>
  <dcterms:created xsi:type="dcterms:W3CDTF">2022-05-20T10:20:31Z</dcterms:created>
  <dcterms:modified xsi:type="dcterms:W3CDTF">2026-03-10T07:48:02Z</dcterms:modified>
</cp:coreProperties>
</file>